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F48"/>
    <a:srgbClr val="8A8E90"/>
    <a:srgbClr val="FA9E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136" y="-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E3D35E-ADC2-8680-A7AF-A598AB14FA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8288AD3-0EBB-90D0-9CBA-3C3C194A3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C0F99D-414F-5853-56AD-672E8F68E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AAEE-A242-4CC1-B247-4085413E426C}" type="datetimeFigureOut">
              <a:rPr lang="es-CO" smtClean="0"/>
              <a:t>24/05/2025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DE8EC5-BA4B-A29F-A2DB-D43546992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E6A7FE-67E5-A4B3-36B9-A7883E793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6074D-3D82-4547-9CB7-6E6F8F113F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84455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879A94-D71A-210E-1DBA-A5D39F99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EE0BBE-805E-6039-8EF6-0EA8B4BBC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6BEB47-2FFB-1A18-DFCF-4972CC9E9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AAEE-A242-4CC1-B247-4085413E426C}" type="datetimeFigureOut">
              <a:rPr lang="es-CO" smtClean="0"/>
              <a:t>24/05/2025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7FE7D8-0EB3-C80C-05CA-F6F0E7D59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2D5DFA-DEBE-3965-8B55-9A7259224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6074D-3D82-4547-9CB7-6E6F8F113F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10310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21ED9B-0D41-BF85-DDBC-D86219C1A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5C5135D-9B29-A9E6-4BC2-1FC111E5B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5B60D5-A0DB-4383-DE4A-6FE18C95A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AAEE-A242-4CC1-B247-4085413E426C}" type="datetimeFigureOut">
              <a:rPr lang="es-CO" smtClean="0"/>
              <a:t>24/05/2025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1C2078-8A69-9052-C32A-C953875A8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3F5823-E052-EBED-8FAA-9281B131B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6074D-3D82-4547-9CB7-6E6F8F113F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94868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E7986-89AF-0754-C0BD-CD7D9DA4E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90B02F-244A-890D-EDF9-42B04D4CF7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2ED1F71-F340-E702-2BBE-CA47183A31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24F0C2-00BD-42A5-90D7-40D4983E4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AAEE-A242-4CC1-B247-4085413E426C}" type="datetimeFigureOut">
              <a:rPr lang="es-CO" smtClean="0"/>
              <a:t>24/05/2025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229C48E-5C5D-CA63-D228-5BFDFE7A6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60339FB-6576-419B-FB88-8CE059C10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6074D-3D82-4547-9CB7-6E6F8F113F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61694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7D3BCB-A42D-12DE-329A-94347FDD5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2D65AFB-C6DE-FA77-214C-36F3C3B2F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AE7BD18-44FA-EF90-03B5-3D6D61C74F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2C5AA73-67DB-7710-3240-EBC4EE6D46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A075D8A-D5A5-DF75-5A83-C3263FA632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73B3A92-EBF3-A164-E23F-3EF13D06C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AAEE-A242-4CC1-B247-4085413E426C}" type="datetimeFigureOut">
              <a:rPr lang="es-CO" smtClean="0"/>
              <a:t>24/05/2025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D0FF541-BBA7-9564-8511-0B0ABCBCB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018ABD0-3A4F-F8CB-DF7C-902C28358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6074D-3D82-4547-9CB7-6E6F8F113F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98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593118-1665-EF94-F42D-89F5BABA8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7D12D45-7501-78DC-B2FD-56F8D842E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AAEE-A242-4CC1-B247-4085413E426C}" type="datetimeFigureOut">
              <a:rPr lang="es-CO" smtClean="0"/>
              <a:t>24/05/2025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B2D2131-AB8F-6757-9F3C-78E07E1EA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CEFC05-29DE-DA1D-3570-7BF55F006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6074D-3D82-4547-9CB7-6E6F8F113F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050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1F822C4-8AC1-B1CD-B8A3-45DD66FF5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AAEE-A242-4CC1-B247-4085413E426C}" type="datetimeFigureOut">
              <a:rPr lang="es-CO" smtClean="0"/>
              <a:t>24/05/2025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4B8F48C-4952-002D-BEE3-5CF4DDD65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7D773B-BBDF-72E9-BBD7-D7187BEF4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6074D-3D82-4547-9CB7-6E6F8F113F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94586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281B90-7FDD-915B-8FE6-7378260F5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BF208D-5DBB-8551-88A7-80957C863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3645B3E-A29C-6776-1DAB-BC627373CA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DB0A92B-0501-239D-365B-3E4D3B880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AAEE-A242-4CC1-B247-4085413E426C}" type="datetimeFigureOut">
              <a:rPr lang="es-CO" smtClean="0"/>
              <a:t>24/05/2025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9A2161-B390-FA10-DD3D-0078455D7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72161A-C472-87D5-17AD-D09ED8663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6074D-3D82-4547-9CB7-6E6F8F113F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35935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60C40E-B4E8-9392-0A08-BEE9142CB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917FB9F-BD05-861A-8E24-4CC8FEEE7E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9853CAF-BF07-098C-9B3A-6518F6F427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60A3C5A-45F3-6323-0FCE-265AB74F4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AAEE-A242-4CC1-B247-4085413E426C}" type="datetimeFigureOut">
              <a:rPr lang="es-CO" smtClean="0"/>
              <a:t>24/05/2025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9F40D98-61E0-242D-FCDB-B657EE324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8BA038-CD95-7EC0-D50F-66837A146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6074D-3D82-4547-9CB7-6E6F8F113F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33395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DBFB35-2E1A-5666-BE5D-71E7A21F1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070CA82-E82F-D238-56ED-99B0F6F1C4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6E74731-CDDF-226B-82A3-617E06A70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AAEE-A242-4CC1-B247-4085413E426C}" type="datetimeFigureOut">
              <a:rPr lang="es-CO" smtClean="0"/>
              <a:t>24/05/2025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7D7B7C-EBFE-01F2-D268-59F6A3D6D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D19BFE-3248-2B4E-8F2C-44063C9DC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6074D-3D82-4547-9CB7-6E6F8F113F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40901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526FBEC-5730-1165-B4DB-57BF8FD43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36C1EF8-A08A-13CB-358F-ED9A430339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D659D9-AC14-B306-6E27-5AC04FE22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AAEE-A242-4CC1-B247-4085413E426C}" type="datetimeFigureOut">
              <a:rPr lang="es-CO" smtClean="0"/>
              <a:t>24/05/2025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DAD8D1-1921-9DBC-C92C-E95A3152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973C87-417D-1489-F677-2CF08F8F7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6074D-3D82-4547-9CB7-6E6F8F113F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58378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138EA9D-D68A-622A-560C-1BD0D9F29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3E72893-D844-9FC6-272C-6098AE7D19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6E17C2-2A5F-6CA7-E1DF-574F3F3D29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69AAEE-A242-4CC1-B247-4085413E426C}" type="datetimeFigureOut">
              <a:rPr lang="es-CO" smtClean="0"/>
              <a:t>24/05/2025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E5D33E-7DFA-D3F5-318D-939906726E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84B71E-C839-40E8-2258-063E09C3E7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26074D-3D82-4547-9CB7-6E6F8F113F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47374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B0A8EC44-F0F8-451F-0125-7D383DBC7917}"/>
              </a:ext>
            </a:extLst>
          </p:cNvPr>
          <p:cNvGrpSpPr/>
          <p:nvPr/>
        </p:nvGrpSpPr>
        <p:grpSpPr>
          <a:xfrm>
            <a:off x="3327105" y="2355874"/>
            <a:ext cx="2768895" cy="592470"/>
            <a:chOff x="2499583" y="1656159"/>
            <a:chExt cx="2768895" cy="592470"/>
          </a:xfrm>
        </p:grpSpPr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B03B5760-F010-BD6A-728B-C7E33FBA2E50}"/>
                </a:ext>
              </a:extLst>
            </p:cNvPr>
            <p:cNvGrpSpPr/>
            <p:nvPr/>
          </p:nvGrpSpPr>
          <p:grpSpPr>
            <a:xfrm>
              <a:off x="2499583" y="1656159"/>
              <a:ext cx="2768895" cy="592470"/>
              <a:chOff x="2515485" y="1660083"/>
              <a:chExt cx="2768895" cy="592470"/>
            </a:xfrm>
          </p:grpSpPr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A3400C7A-C77B-7B01-A83B-B13CE9D2EE7C}"/>
                  </a:ext>
                </a:extLst>
              </p:cNvPr>
              <p:cNvSpPr txBox="1"/>
              <p:nvPr/>
            </p:nvSpPr>
            <p:spPr>
              <a:xfrm>
                <a:off x="2781300" y="1660083"/>
                <a:ext cx="223726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CO" sz="2400" b="1" i="0" dirty="0">
                    <a:solidFill>
                      <a:srgbClr val="333F48"/>
                    </a:solidFill>
                    <a:effectLst>
                      <a:outerShdw blurRad="63500" sx="102000" sy="102000" algn="ctr" rotWithShape="0">
                        <a:prstClr val="black">
                          <a:alpha val="40000"/>
                        </a:prstClr>
                      </a:outerShdw>
                    </a:effectLst>
                    <a:latin typeface="Lato" panose="020F0502020204030203" pitchFamily="34" charset="0"/>
                  </a:rPr>
                  <a:t>Quiero.</a:t>
                </a:r>
              </a:p>
            </p:txBody>
          </p:sp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622FB162-EFEE-B49D-8F14-A6BF4BEBC5C1}"/>
                  </a:ext>
                </a:extLst>
              </p:cNvPr>
              <p:cNvSpPr txBox="1"/>
              <p:nvPr/>
            </p:nvSpPr>
            <p:spPr>
              <a:xfrm>
                <a:off x="2515485" y="1990943"/>
                <a:ext cx="2768895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s-CO"/>
                </a:defPPr>
                <a:lvl1pPr algn="ctr">
                  <a:defRPr sz="2400" b="1" i="0">
                    <a:solidFill>
                      <a:srgbClr val="30333B"/>
                    </a:solidFill>
                    <a:effectLst/>
                    <a:latin typeface="Lato" panose="020F0502020204030203" pitchFamily="34" charset="0"/>
                  </a:defRPr>
                </a:lvl1pPr>
              </a:lstStyle>
              <a:p>
                <a:r>
                  <a:rPr lang="es-CO" sz="1100" dirty="0">
                    <a:solidFill>
                      <a:srgbClr val="333F48"/>
                    </a:solidFill>
                    <a:effectLst>
                      <a:outerShdw blurRad="63500" sx="102000" sy="102000" algn="ctr" rotWithShape="0">
                        <a:prstClr val="black">
                          <a:alpha val="40000"/>
                        </a:prstClr>
                      </a:outerShdw>
                    </a:effectLst>
                  </a:rPr>
                  <a:t>Aportar:</a:t>
                </a:r>
              </a:p>
            </p:txBody>
          </p:sp>
        </p:grpSp>
        <p:pic>
          <p:nvPicPr>
            <p:cNvPr id="12" name="Imagen 11" descr="Logotipo&#10;&#10;El contenido generado por IA puede ser incorrecto.">
              <a:extLst>
                <a:ext uri="{FF2B5EF4-FFF2-40B4-BE49-F238E27FC236}">
                  <a16:creationId xmlns:a16="http://schemas.microsoft.com/office/drawing/2014/main" id="{EAED0457-BCE9-66EC-D003-457E8B396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357" t="12133" r="18943" b="25852"/>
            <a:stretch/>
          </p:blipFill>
          <p:spPr>
            <a:xfrm>
              <a:off x="3092805" y="1824201"/>
              <a:ext cx="241701" cy="186358"/>
            </a:xfrm>
            <a:prstGeom prst="rect">
              <a:avLst/>
            </a:prstGeom>
          </p:spPr>
        </p:pic>
      </p:grpSp>
      <p:pic>
        <p:nvPicPr>
          <p:cNvPr id="1026" name="Picture 2" descr="Grupo Diana">
            <a:extLst>
              <a:ext uri="{FF2B5EF4-FFF2-40B4-BE49-F238E27FC236}">
                <a16:creationId xmlns:a16="http://schemas.microsoft.com/office/drawing/2014/main" id="{185F274B-4842-D61C-7893-FC3E177A8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0706" y="607061"/>
            <a:ext cx="808426" cy="527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agen 13" descr="Logotipo&#10;&#10;El contenido generado por IA puede ser incorrecto.">
            <a:extLst>
              <a:ext uri="{FF2B5EF4-FFF2-40B4-BE49-F238E27FC236}">
                <a16:creationId xmlns:a16="http://schemas.microsoft.com/office/drawing/2014/main" id="{F5E8FFB1-4380-F2E4-CF1C-6B0E950061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57" t="12133" r="18943" b="25852"/>
          <a:stretch/>
        </p:blipFill>
        <p:spPr>
          <a:xfrm>
            <a:off x="2124071" y="3242642"/>
            <a:ext cx="241701" cy="186358"/>
          </a:xfrm>
          <a:prstGeom prst="rect">
            <a:avLst/>
          </a:prstGeom>
        </p:spPr>
      </p:pic>
      <p:grpSp>
        <p:nvGrpSpPr>
          <p:cNvPr id="18" name="Grupo 17">
            <a:extLst>
              <a:ext uri="{FF2B5EF4-FFF2-40B4-BE49-F238E27FC236}">
                <a16:creationId xmlns:a16="http://schemas.microsoft.com/office/drawing/2014/main" id="{1186E665-1C56-C4C9-727D-9B9C3A95FE88}"/>
              </a:ext>
            </a:extLst>
          </p:cNvPr>
          <p:cNvGrpSpPr/>
          <p:nvPr/>
        </p:nvGrpSpPr>
        <p:grpSpPr>
          <a:xfrm>
            <a:off x="3779653" y="859491"/>
            <a:ext cx="322310" cy="333205"/>
            <a:chOff x="3779652" y="859491"/>
            <a:chExt cx="446569" cy="461665"/>
          </a:xfrm>
        </p:grpSpPr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266FB253-AF8A-DF1D-6E0C-9E634AFA3A1F}"/>
                </a:ext>
              </a:extLst>
            </p:cNvPr>
            <p:cNvSpPr/>
            <p:nvPr/>
          </p:nvSpPr>
          <p:spPr>
            <a:xfrm>
              <a:off x="3779653" y="859491"/>
              <a:ext cx="446568" cy="46166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16" name="Imagen 15" descr="Imagen que contiene Texto&#10;&#10;El contenido generado por IA puede ser incorrecto.">
              <a:extLst>
                <a:ext uri="{FF2B5EF4-FFF2-40B4-BE49-F238E27FC236}">
                  <a16:creationId xmlns:a16="http://schemas.microsoft.com/office/drawing/2014/main" id="{36C60E83-C328-1D3A-C9D1-4A152F79A1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79652" y="965283"/>
              <a:ext cx="446569" cy="250079"/>
            </a:xfrm>
            <a:prstGeom prst="rect">
              <a:avLst/>
            </a:prstGeom>
          </p:spPr>
        </p:pic>
      </p:grpSp>
      <p:pic>
        <p:nvPicPr>
          <p:cNvPr id="3" name="Imagen 2" descr="Un dibujo de una persona&#10;&#10;El contenido generado por IA puede ser incorrecto.">
            <a:extLst>
              <a:ext uri="{FF2B5EF4-FFF2-40B4-BE49-F238E27FC236}">
                <a16:creationId xmlns:a16="http://schemas.microsoft.com/office/drawing/2014/main" id="{D1D113E2-4A06-6D2C-56FD-0AFEC256F7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3525" y="2948344"/>
            <a:ext cx="6534150" cy="3562350"/>
          </a:xfrm>
          <a:prstGeom prst="rect">
            <a:avLst/>
          </a:prstGeom>
        </p:spPr>
      </p:pic>
      <p:pic>
        <p:nvPicPr>
          <p:cNvPr id="4" name="Picture 2" descr="Presentación de PowerPoint">
            <a:extLst>
              <a:ext uri="{FF2B5EF4-FFF2-40B4-BE49-F238E27FC236}">
                <a16:creationId xmlns:a16="http://schemas.microsoft.com/office/drawing/2014/main" id="{738949FA-CFB5-AC7B-2938-9F3A03FCC6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791" y="4749959"/>
            <a:ext cx="2552700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 descr="Logotipo&#10;&#10;El contenido generado por IA puede ser incorrecto.">
            <a:extLst>
              <a:ext uri="{FF2B5EF4-FFF2-40B4-BE49-F238E27FC236}">
                <a16:creationId xmlns:a16="http://schemas.microsoft.com/office/drawing/2014/main" id="{750086F2-BA7D-5EE5-077A-59C28B840A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81" r="24124"/>
          <a:stretch/>
        </p:blipFill>
        <p:spPr>
          <a:xfrm>
            <a:off x="1440837" y="1614844"/>
            <a:ext cx="1498305" cy="1333500"/>
          </a:xfrm>
          <a:prstGeom prst="rect">
            <a:avLst/>
          </a:prstGeom>
        </p:spPr>
      </p:pic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4406DDE9-DFDD-6C46-BBA5-EBB7A39338EC}"/>
              </a:ext>
            </a:extLst>
          </p:cNvPr>
          <p:cNvSpPr/>
          <p:nvPr/>
        </p:nvSpPr>
        <p:spPr>
          <a:xfrm>
            <a:off x="1317171" y="3690257"/>
            <a:ext cx="3243943" cy="10597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5" name="Imagen 14" descr="Logotipo&#10;&#10;El contenido generado por IA puede ser incorrecto.">
            <a:extLst>
              <a:ext uri="{FF2B5EF4-FFF2-40B4-BE49-F238E27FC236}">
                <a16:creationId xmlns:a16="http://schemas.microsoft.com/office/drawing/2014/main" id="{16678243-8A16-929A-297B-90BF250FE1C7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3473" y="3776161"/>
            <a:ext cx="1511338" cy="789504"/>
          </a:xfrm>
          <a:prstGeom prst="rect">
            <a:avLst/>
          </a:prstGeom>
        </p:spPr>
      </p:pic>
      <p:pic>
        <p:nvPicPr>
          <p:cNvPr id="19" name="Imagen 18" descr="Logotipo&#10;&#10;El contenido generado por IA puede ser incorrecto.">
            <a:extLst>
              <a:ext uri="{FF2B5EF4-FFF2-40B4-BE49-F238E27FC236}">
                <a16:creationId xmlns:a16="http://schemas.microsoft.com/office/drawing/2014/main" id="{E1B2E507-9D49-1643-DB2D-9DA2A8BB4BE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9300" y="1614844"/>
            <a:ext cx="2552700" cy="1333500"/>
          </a:xfrm>
          <a:prstGeom prst="rect">
            <a:avLst/>
          </a:prstGeom>
        </p:spPr>
      </p:pic>
      <p:grpSp>
        <p:nvGrpSpPr>
          <p:cNvPr id="28" name="Grupo 27">
            <a:extLst>
              <a:ext uri="{FF2B5EF4-FFF2-40B4-BE49-F238E27FC236}">
                <a16:creationId xmlns:a16="http://schemas.microsoft.com/office/drawing/2014/main" id="{996B7BDF-A28B-68C1-870D-BC74DFEE99DF}"/>
              </a:ext>
            </a:extLst>
          </p:cNvPr>
          <p:cNvGrpSpPr/>
          <p:nvPr/>
        </p:nvGrpSpPr>
        <p:grpSpPr>
          <a:xfrm>
            <a:off x="4694025" y="1790352"/>
            <a:ext cx="322309" cy="333205"/>
            <a:chOff x="4694025" y="1790352"/>
            <a:chExt cx="322309" cy="333205"/>
          </a:xfrm>
        </p:grpSpPr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90C35A3F-9120-76F0-53FE-B88CEAD7A91A}"/>
                </a:ext>
              </a:extLst>
            </p:cNvPr>
            <p:cNvSpPr/>
            <p:nvPr/>
          </p:nvSpPr>
          <p:spPr>
            <a:xfrm>
              <a:off x="4694025" y="1790352"/>
              <a:ext cx="322309" cy="33320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grpSp>
          <p:nvGrpSpPr>
            <p:cNvPr id="23" name="Grupo 22">
              <a:extLst>
                <a:ext uri="{FF2B5EF4-FFF2-40B4-BE49-F238E27FC236}">
                  <a16:creationId xmlns:a16="http://schemas.microsoft.com/office/drawing/2014/main" id="{726C97A0-6801-EB92-CD4F-A51E1378549A}"/>
                </a:ext>
              </a:extLst>
            </p:cNvPr>
            <p:cNvGrpSpPr/>
            <p:nvPr/>
          </p:nvGrpSpPr>
          <p:grpSpPr>
            <a:xfrm>
              <a:off x="4711552" y="1830229"/>
              <a:ext cx="272519" cy="229184"/>
              <a:chOff x="6850941" y="5231364"/>
              <a:chExt cx="989572" cy="832216"/>
            </a:xfrm>
          </p:grpSpPr>
          <p:grpSp>
            <p:nvGrpSpPr>
              <p:cNvPr id="24" name="Grupo 23">
                <a:extLst>
                  <a:ext uri="{FF2B5EF4-FFF2-40B4-BE49-F238E27FC236}">
                    <a16:creationId xmlns:a16="http://schemas.microsoft.com/office/drawing/2014/main" id="{0846AD42-792E-CC45-C97A-2C0DE9C01EAE}"/>
                  </a:ext>
                </a:extLst>
              </p:cNvPr>
              <p:cNvGrpSpPr/>
              <p:nvPr/>
            </p:nvGrpSpPr>
            <p:grpSpPr>
              <a:xfrm>
                <a:off x="7191459" y="5354445"/>
                <a:ext cx="649054" cy="565243"/>
                <a:chOff x="8932083" y="3706456"/>
                <a:chExt cx="1498305" cy="1304833"/>
              </a:xfrm>
            </p:grpSpPr>
            <p:pic>
              <p:nvPicPr>
                <p:cNvPr id="26" name="Imagen 25" descr="Logotipo&#10;&#10;El contenido generado por IA puede ser incorrecto.">
                  <a:extLst>
                    <a:ext uri="{FF2B5EF4-FFF2-40B4-BE49-F238E27FC236}">
                      <a16:creationId xmlns:a16="http://schemas.microsoft.com/office/drawing/2014/main" id="{E5314CA2-8FD2-5275-F80F-34E89CEF38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9681" r="24124" b="23841"/>
                <a:stretch/>
              </p:blipFill>
              <p:spPr>
                <a:xfrm>
                  <a:off x="9085277" y="3706456"/>
                  <a:ext cx="1179233" cy="1015581"/>
                </a:xfrm>
                <a:prstGeom prst="rect">
                  <a:avLst/>
                </a:prstGeom>
              </p:spPr>
            </p:pic>
            <p:pic>
              <p:nvPicPr>
                <p:cNvPr id="27" name="Imagen 26" descr="Logotipo&#10;&#10;El contenido generado por IA puede ser incorrecto.">
                  <a:extLst>
                    <a:ext uri="{FF2B5EF4-FFF2-40B4-BE49-F238E27FC236}">
                      <a16:creationId xmlns:a16="http://schemas.microsoft.com/office/drawing/2014/main" id="{9E791EDC-1603-93D0-B7CD-96D9C0B84C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7181" t="78309" r="24124"/>
                <a:stretch/>
              </p:blipFill>
              <p:spPr>
                <a:xfrm>
                  <a:off x="8932083" y="4722037"/>
                  <a:ext cx="1498305" cy="289252"/>
                </a:xfrm>
                <a:prstGeom prst="rect">
                  <a:avLst/>
                </a:prstGeom>
              </p:spPr>
            </p:pic>
          </p:grpSp>
          <p:pic>
            <p:nvPicPr>
              <p:cNvPr id="25" name="Imagen 24" descr="Una caricatura de una persona&#10;&#10;El contenido generado por IA puede ser incorrecto.">
                <a:extLst>
                  <a:ext uri="{FF2B5EF4-FFF2-40B4-BE49-F238E27FC236}">
                    <a16:creationId xmlns:a16="http://schemas.microsoft.com/office/drawing/2014/main" id="{386C57B8-B76C-21AA-2C4C-734372CC6D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176" r="53367"/>
              <a:stretch/>
            </p:blipFill>
            <p:spPr>
              <a:xfrm>
                <a:off x="6850941" y="5231364"/>
                <a:ext cx="510835" cy="832216"/>
              </a:xfrm>
              <a:prstGeom prst="rect">
                <a:avLst/>
              </a:prstGeom>
            </p:spPr>
          </p:pic>
        </p:grpSp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2AFAE330-E828-AD3A-206B-E569D97A03F4}"/>
              </a:ext>
            </a:extLst>
          </p:cNvPr>
          <p:cNvGrpSpPr/>
          <p:nvPr/>
        </p:nvGrpSpPr>
        <p:grpSpPr>
          <a:xfrm>
            <a:off x="5600164" y="1924701"/>
            <a:ext cx="2768895" cy="592470"/>
            <a:chOff x="5600164" y="1924701"/>
            <a:chExt cx="2768895" cy="592470"/>
          </a:xfrm>
        </p:grpSpPr>
        <p:grpSp>
          <p:nvGrpSpPr>
            <p:cNvPr id="29" name="Grupo 28">
              <a:extLst>
                <a:ext uri="{FF2B5EF4-FFF2-40B4-BE49-F238E27FC236}">
                  <a16:creationId xmlns:a16="http://schemas.microsoft.com/office/drawing/2014/main" id="{7F2DDF1B-BB9B-7F0A-FB5A-8E3A966F9891}"/>
                </a:ext>
              </a:extLst>
            </p:cNvPr>
            <p:cNvGrpSpPr/>
            <p:nvPr/>
          </p:nvGrpSpPr>
          <p:grpSpPr>
            <a:xfrm>
              <a:off x="6223401" y="2090080"/>
              <a:ext cx="236687" cy="206124"/>
              <a:chOff x="8932083" y="3706456"/>
              <a:chExt cx="1498305" cy="1304833"/>
            </a:xfrm>
          </p:grpSpPr>
          <p:pic>
            <p:nvPicPr>
              <p:cNvPr id="30" name="Imagen 29" descr="Logotipo&#10;&#10;El contenido generado por IA puede ser incorrecto.">
                <a:extLst>
                  <a:ext uri="{FF2B5EF4-FFF2-40B4-BE49-F238E27FC236}">
                    <a16:creationId xmlns:a16="http://schemas.microsoft.com/office/drawing/2014/main" id="{36F430DB-78CD-6F66-3982-33FC80864D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681" r="24124" b="23841"/>
              <a:stretch/>
            </p:blipFill>
            <p:spPr>
              <a:xfrm>
                <a:off x="9085277" y="3706456"/>
                <a:ext cx="1179233" cy="1015581"/>
              </a:xfrm>
              <a:prstGeom prst="rect">
                <a:avLst/>
              </a:prstGeom>
            </p:spPr>
          </p:pic>
          <p:pic>
            <p:nvPicPr>
              <p:cNvPr id="31" name="Imagen 30" descr="Logotipo&#10;&#10;El contenido generado por IA puede ser incorrecto.">
                <a:extLst>
                  <a:ext uri="{FF2B5EF4-FFF2-40B4-BE49-F238E27FC236}">
                    <a16:creationId xmlns:a16="http://schemas.microsoft.com/office/drawing/2014/main" id="{ABCB5CF1-BD26-B7FA-8CE5-AF8F920B05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181" t="78309" r="24124"/>
              <a:stretch/>
            </p:blipFill>
            <p:spPr>
              <a:xfrm>
                <a:off x="8932083" y="4722037"/>
                <a:ext cx="1498305" cy="289252"/>
              </a:xfrm>
              <a:prstGeom prst="rect">
                <a:avLst/>
              </a:prstGeom>
            </p:spPr>
          </p:pic>
        </p:grpSp>
        <p:grpSp>
          <p:nvGrpSpPr>
            <p:cNvPr id="33" name="Grupo 32">
              <a:extLst>
                <a:ext uri="{FF2B5EF4-FFF2-40B4-BE49-F238E27FC236}">
                  <a16:creationId xmlns:a16="http://schemas.microsoft.com/office/drawing/2014/main" id="{7F7C3AC9-56E0-1A16-5861-C417AC17AB68}"/>
                </a:ext>
              </a:extLst>
            </p:cNvPr>
            <p:cNvGrpSpPr/>
            <p:nvPr/>
          </p:nvGrpSpPr>
          <p:grpSpPr>
            <a:xfrm>
              <a:off x="5600164" y="1924701"/>
              <a:ext cx="2768895" cy="592470"/>
              <a:chOff x="2515485" y="1660083"/>
              <a:chExt cx="2768895" cy="592470"/>
            </a:xfrm>
          </p:grpSpPr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A9310511-CEA1-49C2-1FA2-6EAE12C342A8}"/>
                  </a:ext>
                </a:extLst>
              </p:cNvPr>
              <p:cNvSpPr txBox="1"/>
              <p:nvPr/>
            </p:nvSpPr>
            <p:spPr>
              <a:xfrm>
                <a:off x="2781300" y="1660083"/>
                <a:ext cx="223726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CO" sz="2400" b="1" i="0" dirty="0">
                    <a:solidFill>
                      <a:srgbClr val="333F48"/>
                    </a:solidFill>
                    <a:effectLst>
                      <a:outerShdw blurRad="63500" sx="102000" sy="102000" algn="ctr" rotWithShape="0">
                        <a:prstClr val="black">
                          <a:alpha val="40000"/>
                        </a:prstClr>
                      </a:outerShdw>
                    </a:effectLst>
                    <a:latin typeface="Lato" panose="020F0502020204030203" pitchFamily="34" charset="0"/>
                  </a:rPr>
                  <a:t>Quiero.</a:t>
                </a:r>
              </a:p>
            </p:txBody>
          </p:sp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2B3612AA-164B-4F67-88A9-65A6DE06F3A7}"/>
                  </a:ext>
                </a:extLst>
              </p:cNvPr>
              <p:cNvSpPr txBox="1"/>
              <p:nvPr/>
            </p:nvSpPr>
            <p:spPr>
              <a:xfrm>
                <a:off x="2515485" y="1990943"/>
                <a:ext cx="2768895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s-CO"/>
                </a:defPPr>
                <a:lvl1pPr algn="ctr">
                  <a:defRPr sz="2400" b="1" i="0">
                    <a:solidFill>
                      <a:srgbClr val="30333B"/>
                    </a:solidFill>
                    <a:effectLst/>
                    <a:latin typeface="Lato" panose="020F0502020204030203" pitchFamily="34" charset="0"/>
                  </a:defRPr>
                </a:lvl1pPr>
              </a:lstStyle>
              <a:p>
                <a:r>
                  <a:rPr lang="es-CO" sz="1100" dirty="0">
                    <a:solidFill>
                      <a:srgbClr val="333F48"/>
                    </a:solidFill>
                    <a:effectLst>
                      <a:outerShdw blurRad="63500" sx="102000" sy="102000" algn="ctr" rotWithShape="0">
                        <a:prstClr val="black">
                          <a:alpha val="40000"/>
                        </a:prstClr>
                      </a:outerShdw>
                    </a:effectLst>
                  </a:rPr>
                  <a:t>Aportar: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14637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1B4C6A61-4AB8-8883-BC05-8D0F86EA3AD9}"/>
              </a:ext>
            </a:extLst>
          </p:cNvPr>
          <p:cNvSpPr/>
          <p:nvPr/>
        </p:nvSpPr>
        <p:spPr>
          <a:xfrm>
            <a:off x="3369255" y="361505"/>
            <a:ext cx="8038214" cy="59583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A732B95D-6B9B-0D14-D577-21C3032C7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72" y="3205706"/>
            <a:ext cx="4966127" cy="1382324"/>
          </a:xfrm>
          <a:prstGeom prst="rect">
            <a:avLst/>
          </a:prstGeom>
        </p:spPr>
      </p:pic>
      <p:sp>
        <p:nvSpPr>
          <p:cNvPr id="30" name="Rectángulo 29">
            <a:extLst>
              <a:ext uri="{FF2B5EF4-FFF2-40B4-BE49-F238E27FC236}">
                <a16:creationId xmlns:a16="http://schemas.microsoft.com/office/drawing/2014/main" id="{E14E9CCA-676D-ACFB-150A-F26A69BE01E1}"/>
              </a:ext>
            </a:extLst>
          </p:cNvPr>
          <p:cNvSpPr/>
          <p:nvPr/>
        </p:nvSpPr>
        <p:spPr>
          <a:xfrm>
            <a:off x="1920854" y="2227360"/>
            <a:ext cx="1110948" cy="628822"/>
          </a:xfrm>
          <a:prstGeom prst="rect">
            <a:avLst/>
          </a:prstGeom>
          <a:solidFill>
            <a:srgbClr val="FA9E0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7AEB0D6F-7388-99F0-63D0-2D95627FA0E2}"/>
              </a:ext>
            </a:extLst>
          </p:cNvPr>
          <p:cNvGrpSpPr/>
          <p:nvPr/>
        </p:nvGrpSpPr>
        <p:grpSpPr>
          <a:xfrm>
            <a:off x="6017710" y="538121"/>
            <a:ext cx="4176740" cy="3103008"/>
            <a:chOff x="-54683" y="740138"/>
            <a:chExt cx="4176740" cy="3103008"/>
          </a:xfrm>
        </p:grpSpPr>
        <p:grpSp>
          <p:nvGrpSpPr>
            <p:cNvPr id="32" name="Grupo 31">
              <a:extLst>
                <a:ext uri="{FF2B5EF4-FFF2-40B4-BE49-F238E27FC236}">
                  <a16:creationId xmlns:a16="http://schemas.microsoft.com/office/drawing/2014/main" id="{174C526A-0BCE-8211-D89E-23874301CD66}"/>
                </a:ext>
              </a:extLst>
            </p:cNvPr>
            <p:cNvGrpSpPr/>
            <p:nvPr/>
          </p:nvGrpSpPr>
          <p:grpSpPr>
            <a:xfrm>
              <a:off x="0" y="740138"/>
              <a:ext cx="4122057" cy="3103008"/>
              <a:chOff x="-1658410" y="2264984"/>
              <a:chExt cx="4122057" cy="3103008"/>
            </a:xfrm>
          </p:grpSpPr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59C62555-992C-9B22-B48A-6D750D953A0D}"/>
                  </a:ext>
                </a:extLst>
              </p:cNvPr>
              <p:cNvSpPr txBox="1"/>
              <p:nvPr/>
            </p:nvSpPr>
            <p:spPr>
              <a:xfrm>
                <a:off x="-1658410" y="3429000"/>
                <a:ext cx="3508744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sz="6000" dirty="0">
                    <a:latin typeface="Sugarpunch DEMO" panose="02000503000000020004" pitchFamily="50" charset="0"/>
                  </a:rPr>
                  <a:t>Esteban</a:t>
                </a:r>
              </a:p>
              <a:p>
                <a:r>
                  <a:rPr lang="es-CO" sz="6000" dirty="0">
                    <a:latin typeface="Sugarpunch DEMO" panose="02000503000000020004" pitchFamily="50" charset="0"/>
                  </a:rPr>
                  <a:t>Salinas</a:t>
                </a:r>
              </a:p>
            </p:txBody>
          </p:sp>
          <p:grpSp>
            <p:nvGrpSpPr>
              <p:cNvPr id="37" name="Grupo 36">
                <a:extLst>
                  <a:ext uri="{FF2B5EF4-FFF2-40B4-BE49-F238E27FC236}">
                    <a16:creationId xmlns:a16="http://schemas.microsoft.com/office/drawing/2014/main" id="{71525251-C344-9D95-1E20-2955E179551B}"/>
                  </a:ext>
                </a:extLst>
              </p:cNvPr>
              <p:cNvGrpSpPr/>
              <p:nvPr/>
            </p:nvGrpSpPr>
            <p:grpSpPr>
              <a:xfrm flipH="1">
                <a:off x="792679" y="2264984"/>
                <a:ext cx="1670968" cy="2908679"/>
                <a:chOff x="10349389" y="2520186"/>
                <a:chExt cx="1576984" cy="2745080"/>
              </a:xfrm>
            </p:grpSpPr>
            <p:pic>
              <p:nvPicPr>
                <p:cNvPr id="38" name="Imagen 37" descr="Una caricatura de una mujer&#10;&#10;El contenido generado por IA puede ser incorrecto.">
                  <a:extLst>
                    <a:ext uri="{FF2B5EF4-FFF2-40B4-BE49-F238E27FC236}">
                      <a16:creationId xmlns:a16="http://schemas.microsoft.com/office/drawing/2014/main" id="{E4BF83C6-52DD-2D83-2ADA-8AE880070B5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saturation sat="2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38227"/>
                <a:stretch>
                  <a:fillRect/>
                </a:stretch>
              </p:blipFill>
              <p:spPr>
                <a:xfrm>
                  <a:off x="10349389" y="3557015"/>
                  <a:ext cx="1576984" cy="1708251"/>
                </a:xfrm>
                <a:prstGeom prst="rect">
                  <a:avLst/>
                </a:prstGeom>
              </p:spPr>
            </p:pic>
            <p:pic>
              <p:nvPicPr>
                <p:cNvPr id="39" name="Imagen 38" descr="Imagen que contiene Texto&#10;&#10;El contenido generado por IA puede ser incorrecto.">
                  <a:extLst>
                    <a:ext uri="{FF2B5EF4-FFF2-40B4-BE49-F238E27FC236}">
                      <a16:creationId xmlns:a16="http://schemas.microsoft.com/office/drawing/2014/main" id="{51E1126A-5399-AA39-7BB3-B33181EBE5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4877" r="9901" b="75124"/>
                <a:stretch>
                  <a:fillRect/>
                </a:stretch>
              </p:blipFill>
              <p:spPr>
                <a:xfrm rot="21195500" flipH="1">
                  <a:off x="10368861" y="2520186"/>
                  <a:ext cx="879449" cy="1338783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33" name="Grupo 32">
              <a:extLst>
                <a:ext uri="{FF2B5EF4-FFF2-40B4-BE49-F238E27FC236}">
                  <a16:creationId xmlns:a16="http://schemas.microsoft.com/office/drawing/2014/main" id="{DAD97D71-D319-1888-F557-CEE20CE9EA23}"/>
                </a:ext>
              </a:extLst>
            </p:cNvPr>
            <p:cNvGrpSpPr/>
            <p:nvPr/>
          </p:nvGrpSpPr>
          <p:grpSpPr>
            <a:xfrm>
              <a:off x="-54683" y="1015442"/>
              <a:ext cx="824784" cy="888712"/>
              <a:chOff x="10311049" y="1719488"/>
              <a:chExt cx="824784" cy="888712"/>
            </a:xfrm>
          </p:grpSpPr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5F4115DF-C587-87D9-D180-CD32FFCDB5A6}"/>
                  </a:ext>
                </a:extLst>
              </p:cNvPr>
              <p:cNvSpPr txBox="1"/>
              <p:nvPr/>
            </p:nvSpPr>
            <p:spPr>
              <a:xfrm>
                <a:off x="10311049" y="1838759"/>
                <a:ext cx="82478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sz="4400" b="1" dirty="0">
                    <a:latin typeface="Freestyle Script" panose="030804020302050B0404" pitchFamily="66" charset="0"/>
                  </a:rPr>
                  <a:t>Soy</a:t>
                </a:r>
              </a:p>
            </p:txBody>
          </p:sp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02D5905C-2D07-BA28-86CC-DD4BAE28260D}"/>
                  </a:ext>
                </a:extLst>
              </p:cNvPr>
              <p:cNvSpPr txBox="1"/>
              <p:nvPr/>
            </p:nvSpPr>
            <p:spPr>
              <a:xfrm>
                <a:off x="10311049" y="1719488"/>
                <a:ext cx="8247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b="1" dirty="0"/>
                  <a:t>Hola,</a:t>
                </a:r>
              </a:p>
            </p:txBody>
          </p:sp>
        </p:grpSp>
      </p:grpSp>
      <p:sp>
        <p:nvSpPr>
          <p:cNvPr id="40" name="Rectángulo 39">
            <a:extLst>
              <a:ext uri="{FF2B5EF4-FFF2-40B4-BE49-F238E27FC236}">
                <a16:creationId xmlns:a16="http://schemas.microsoft.com/office/drawing/2014/main" id="{493B3803-7F0D-9089-D58A-B0778ABE143B}"/>
              </a:ext>
            </a:extLst>
          </p:cNvPr>
          <p:cNvSpPr/>
          <p:nvPr/>
        </p:nvSpPr>
        <p:spPr>
          <a:xfrm>
            <a:off x="671356" y="2227360"/>
            <a:ext cx="1110948" cy="628822"/>
          </a:xfrm>
          <a:prstGeom prst="rect">
            <a:avLst/>
          </a:prstGeom>
          <a:solidFill>
            <a:srgbClr val="333F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8A55DD40-9F21-46FA-99D7-E06679EC5536}"/>
              </a:ext>
            </a:extLst>
          </p:cNvPr>
          <p:cNvSpPr/>
          <p:nvPr/>
        </p:nvSpPr>
        <p:spPr>
          <a:xfrm>
            <a:off x="3180427" y="2227360"/>
            <a:ext cx="1110948" cy="628822"/>
          </a:xfrm>
          <a:prstGeom prst="rect">
            <a:avLst/>
          </a:prstGeom>
          <a:solidFill>
            <a:srgbClr val="8A8E9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98A6BFAD-A853-E03A-097D-A7E1AD73D1A8}"/>
              </a:ext>
            </a:extLst>
          </p:cNvPr>
          <p:cNvSpPr txBox="1"/>
          <p:nvPr/>
        </p:nvSpPr>
        <p:spPr>
          <a:xfrm>
            <a:off x="1836987" y="2357105"/>
            <a:ext cx="11220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#FA9E0F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7A5B8945-2E43-2E4F-494D-B0C1F0F597AF}"/>
              </a:ext>
            </a:extLst>
          </p:cNvPr>
          <p:cNvSpPr txBox="1"/>
          <p:nvPr/>
        </p:nvSpPr>
        <p:spPr>
          <a:xfrm>
            <a:off x="3288509" y="2412074"/>
            <a:ext cx="11220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#8A8E90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D85D3DCB-CA27-9FF2-A5FA-AAA534BBE5CC}"/>
              </a:ext>
            </a:extLst>
          </p:cNvPr>
          <p:cNvSpPr txBox="1"/>
          <p:nvPr/>
        </p:nvSpPr>
        <p:spPr>
          <a:xfrm>
            <a:off x="695459" y="2362852"/>
            <a:ext cx="1198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#333F48</a:t>
            </a:r>
          </a:p>
        </p:txBody>
      </p:sp>
      <p:grpSp>
        <p:nvGrpSpPr>
          <p:cNvPr id="50" name="Grupo 49">
            <a:extLst>
              <a:ext uri="{FF2B5EF4-FFF2-40B4-BE49-F238E27FC236}">
                <a16:creationId xmlns:a16="http://schemas.microsoft.com/office/drawing/2014/main" id="{37D72011-BC88-B139-F7D0-8EA0081FDB58}"/>
              </a:ext>
            </a:extLst>
          </p:cNvPr>
          <p:cNvGrpSpPr/>
          <p:nvPr/>
        </p:nvGrpSpPr>
        <p:grpSpPr>
          <a:xfrm>
            <a:off x="7191459" y="5354445"/>
            <a:ext cx="649054" cy="565243"/>
            <a:chOff x="8932083" y="3706456"/>
            <a:chExt cx="1498305" cy="1304833"/>
          </a:xfrm>
        </p:grpSpPr>
        <p:pic>
          <p:nvPicPr>
            <p:cNvPr id="48" name="Imagen 47" descr="Logotipo&#10;&#10;El contenido generado por IA puede ser incorrecto.">
              <a:extLst>
                <a:ext uri="{FF2B5EF4-FFF2-40B4-BE49-F238E27FC236}">
                  <a16:creationId xmlns:a16="http://schemas.microsoft.com/office/drawing/2014/main" id="{EF43CE04-026A-560C-84F3-4B208948E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681" r="24124" b="23841"/>
            <a:stretch/>
          </p:blipFill>
          <p:spPr>
            <a:xfrm>
              <a:off x="9085277" y="3706456"/>
              <a:ext cx="1179233" cy="1015581"/>
            </a:xfrm>
            <a:prstGeom prst="rect">
              <a:avLst/>
            </a:prstGeom>
          </p:spPr>
        </p:pic>
        <p:pic>
          <p:nvPicPr>
            <p:cNvPr id="49" name="Imagen 48" descr="Logotipo&#10;&#10;El contenido generado por IA puede ser incorrecto.">
              <a:extLst>
                <a:ext uri="{FF2B5EF4-FFF2-40B4-BE49-F238E27FC236}">
                  <a16:creationId xmlns:a16="http://schemas.microsoft.com/office/drawing/2014/main" id="{53FC7D90-FD24-B70B-0328-4B8AD6A9C7F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81" t="78309" r="24124"/>
            <a:stretch/>
          </p:blipFill>
          <p:spPr>
            <a:xfrm>
              <a:off x="8932083" y="4722037"/>
              <a:ext cx="1498305" cy="2892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42631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EEE67-76D6-BD0F-B494-578367B86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BA2600EF-DD88-9B6B-CF48-530AB01F1FBB}"/>
              </a:ext>
            </a:extLst>
          </p:cNvPr>
          <p:cNvSpPr/>
          <p:nvPr/>
        </p:nvSpPr>
        <p:spPr>
          <a:xfrm>
            <a:off x="1818168" y="740138"/>
            <a:ext cx="8038214" cy="5958374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D5BD736F-EBD6-C8E3-D0C4-477F76C2D7CB}"/>
              </a:ext>
            </a:extLst>
          </p:cNvPr>
          <p:cNvGrpSpPr/>
          <p:nvPr/>
        </p:nvGrpSpPr>
        <p:grpSpPr>
          <a:xfrm>
            <a:off x="-86266" y="2891238"/>
            <a:ext cx="1576984" cy="2718611"/>
            <a:chOff x="10349389" y="2546655"/>
            <a:chExt cx="1576984" cy="2718611"/>
          </a:xfrm>
        </p:grpSpPr>
        <p:pic>
          <p:nvPicPr>
            <p:cNvPr id="12" name="Imagen 11" descr="Una caricatura de una mujer&#10;&#10;El contenido generado por IA puede ser incorrecto.">
              <a:extLst>
                <a:ext uri="{FF2B5EF4-FFF2-40B4-BE49-F238E27FC236}">
                  <a16:creationId xmlns:a16="http://schemas.microsoft.com/office/drawing/2014/main" id="{138E93DE-917D-E1C2-664D-CACA9BB75E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2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8227"/>
            <a:stretch>
              <a:fillRect/>
            </a:stretch>
          </p:blipFill>
          <p:spPr>
            <a:xfrm>
              <a:off x="10349389" y="3557015"/>
              <a:ext cx="1576984" cy="1708251"/>
            </a:xfrm>
            <a:prstGeom prst="rect">
              <a:avLst/>
            </a:prstGeom>
          </p:spPr>
        </p:pic>
        <p:pic>
          <p:nvPicPr>
            <p:cNvPr id="13" name="Imagen 12" descr="Imagen que contiene Texto&#10;&#10;El contenido generado por IA puede ser incorrecto.">
              <a:extLst>
                <a:ext uri="{FF2B5EF4-FFF2-40B4-BE49-F238E27FC236}">
                  <a16:creationId xmlns:a16="http://schemas.microsoft.com/office/drawing/2014/main" id="{0B401E65-A055-7CAE-A17E-E4ED49E8C7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877" r="9901" b="75124"/>
            <a:stretch>
              <a:fillRect/>
            </a:stretch>
          </p:blipFill>
          <p:spPr>
            <a:xfrm rot="21195500" flipH="1">
              <a:off x="10366583" y="2546655"/>
              <a:ext cx="879449" cy="1338783"/>
            </a:xfrm>
            <a:prstGeom prst="rect">
              <a:avLst/>
            </a:prstGeom>
          </p:spPr>
        </p:pic>
      </p:grpSp>
      <p:pic>
        <p:nvPicPr>
          <p:cNvPr id="17" name="Imagen 16" descr="Una caricatura de una persona&#10;&#10;El contenido generado por IA puede ser incorrecto.">
            <a:extLst>
              <a:ext uri="{FF2B5EF4-FFF2-40B4-BE49-F238E27FC236}">
                <a16:creationId xmlns:a16="http://schemas.microsoft.com/office/drawing/2014/main" id="{0EA719F1-23C8-2A61-C173-6D037BDA73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4091" y="1159739"/>
            <a:ext cx="5203818" cy="3269704"/>
          </a:xfrm>
          <a:prstGeom prst="rect">
            <a:avLst/>
          </a:prstGeom>
        </p:spPr>
      </p:pic>
      <p:pic>
        <p:nvPicPr>
          <p:cNvPr id="18" name="Imagen 17" descr="Logotipo&#10;&#10;El contenido generado por IA puede ser incorrecto.">
            <a:extLst>
              <a:ext uri="{FF2B5EF4-FFF2-40B4-BE49-F238E27FC236}">
                <a16:creationId xmlns:a16="http://schemas.microsoft.com/office/drawing/2014/main" id="{3DCF9280-80BC-2FE4-6872-26A85D0DEE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81" r="24124"/>
          <a:stretch/>
        </p:blipFill>
        <p:spPr>
          <a:xfrm>
            <a:off x="5268558" y="4679319"/>
            <a:ext cx="1498305" cy="1333500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5EBF04DD-470F-99C4-F60D-C9ED5E85CB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8949" y="5840532"/>
            <a:ext cx="1992664" cy="554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2463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19</Words>
  <Application>Microsoft Office PowerPoint</Application>
  <PresentationFormat>Panorámica</PresentationFormat>
  <Paragraphs>11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10" baseType="lpstr">
      <vt:lpstr>Aptos</vt:lpstr>
      <vt:lpstr>Aptos Display</vt:lpstr>
      <vt:lpstr>Arial</vt:lpstr>
      <vt:lpstr>Freestyle Script</vt:lpstr>
      <vt:lpstr>Lato</vt:lpstr>
      <vt:lpstr>Sugarpunch DEMO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Valentina Castaneda</dc:creator>
  <cp:lastModifiedBy>Valentina Castaneda</cp:lastModifiedBy>
  <cp:revision>15</cp:revision>
  <dcterms:created xsi:type="dcterms:W3CDTF">2025-05-18T22:10:09Z</dcterms:created>
  <dcterms:modified xsi:type="dcterms:W3CDTF">2025-05-24T13:54:55Z</dcterms:modified>
</cp:coreProperties>
</file>