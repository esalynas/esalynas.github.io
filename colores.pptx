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55A60"/>
    <a:srgbClr val="1773C4"/>
    <a:srgbClr val="FFFFFF"/>
    <a:srgbClr val="00BED6"/>
    <a:srgbClr val="EB7723"/>
    <a:srgbClr val="333F48"/>
    <a:srgbClr val="8A8E90"/>
    <a:srgbClr val="FA9E0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220" d="100"/>
          <a:sy n="220" d="100"/>
        </p:scale>
        <p:origin x="-3468" y="-4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E3D35E-ADC2-8680-A7AF-A598AB14FA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8288AD3-0EBB-90D0-9CBA-3C3C194A3B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8C0F99D-414F-5853-56AD-672E8F68EB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9AAEE-A242-4CC1-B247-4085413E426C}" type="datetimeFigureOut">
              <a:rPr lang="es-CO" smtClean="0"/>
              <a:t>24/05/2025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4DE8EC5-BA4B-A29F-A2DB-D43546992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BE6A7FE-67E5-A4B3-36B9-A7883E793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6074D-3D82-4547-9CB7-6E6F8F113FC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844556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879A94-D71A-210E-1DBA-A5D39F997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3EE0BBE-805E-6039-8EF6-0EA8B4BBCE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46BEB47-2FFB-1A18-DFCF-4972CC9E9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9AAEE-A242-4CC1-B247-4085413E426C}" type="datetimeFigureOut">
              <a:rPr lang="es-CO" smtClean="0"/>
              <a:t>24/05/2025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17FE7D8-0EB3-C80C-05CA-F6F0E7D59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E2D5DFA-DEBE-3965-8B55-9A7259224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6074D-3D82-4547-9CB7-6E6F8F113FC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103100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21ED9B-0D41-BF85-DDBC-D86219C1A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5C5135D-9B29-A9E6-4BC2-1FC111E5BE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D5B60D5-A0DB-4383-DE4A-6FE18C95A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9AAEE-A242-4CC1-B247-4085413E426C}" type="datetimeFigureOut">
              <a:rPr lang="es-CO" smtClean="0"/>
              <a:t>24/05/2025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D1C2078-8A69-9052-C32A-C953875A8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F3F5823-E052-EBED-8FAA-9281B131B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6074D-3D82-4547-9CB7-6E6F8F113FC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948685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EE7986-89AF-0754-C0BD-CD7D9DA4E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90B02F-244A-890D-EDF9-42B04D4CF7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2ED1F71-F340-E702-2BBE-CA47183A31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524F0C2-00BD-42A5-90D7-40D4983E4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9AAEE-A242-4CC1-B247-4085413E426C}" type="datetimeFigureOut">
              <a:rPr lang="es-CO" smtClean="0"/>
              <a:t>24/05/2025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229C48E-5C5D-CA63-D228-5BFDFE7A6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60339FB-6576-419B-FB88-8CE059C10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6074D-3D82-4547-9CB7-6E6F8F113FC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616948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7D3BCB-A42D-12DE-329A-94347FDD5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2D65AFB-C6DE-FA77-214C-36F3C3B2F7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AE7BD18-44FA-EF90-03B5-3D6D61C74F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2C5AA73-67DB-7710-3240-EBC4EE6D46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A075D8A-D5A5-DF75-5A83-C3263FA632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73B3A92-EBF3-A164-E23F-3EF13D06C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9AAEE-A242-4CC1-B247-4085413E426C}" type="datetimeFigureOut">
              <a:rPr lang="es-CO" smtClean="0"/>
              <a:t>24/05/2025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D0FF541-BBA7-9564-8511-0B0ABCBCB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4018ABD0-3A4F-F8CB-DF7C-902C28358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6074D-3D82-4547-9CB7-6E6F8F113FC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8986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593118-1665-EF94-F42D-89F5BABA8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7D12D45-7501-78DC-B2FD-56F8D842E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9AAEE-A242-4CC1-B247-4085413E426C}" type="datetimeFigureOut">
              <a:rPr lang="es-CO" smtClean="0"/>
              <a:t>24/05/2025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B2D2131-AB8F-6757-9F3C-78E07E1EA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3CEFC05-29DE-DA1D-3570-7BF55F006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6074D-3D82-4547-9CB7-6E6F8F113FC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050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A1F822C4-8AC1-B1CD-B8A3-45DD66FF5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9AAEE-A242-4CC1-B247-4085413E426C}" type="datetimeFigureOut">
              <a:rPr lang="es-CO" smtClean="0"/>
              <a:t>24/05/2025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4B8F48C-4952-002D-BEE3-5CF4DDD65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37D773B-BBDF-72E9-BBD7-D7187BEF4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6074D-3D82-4547-9CB7-6E6F8F113FC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945867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281B90-7FDD-915B-8FE6-7378260F5B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BBF208D-5DBB-8551-88A7-80957C863D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3645B3E-A29C-6776-1DAB-BC627373CA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DB0A92B-0501-239D-365B-3E4D3B880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9AAEE-A242-4CC1-B247-4085413E426C}" type="datetimeFigureOut">
              <a:rPr lang="es-CO" smtClean="0"/>
              <a:t>24/05/2025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09A2161-B390-FA10-DD3D-0078455D7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B72161A-C472-87D5-17AD-D09ED8663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6074D-3D82-4547-9CB7-6E6F8F113FC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359351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60C40E-B4E8-9392-0A08-BEE9142CB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917FB9F-BD05-861A-8E24-4CC8FEEE7E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9853CAF-BF07-098C-9B3A-6518F6F427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60A3C5A-45F3-6323-0FCE-265AB74F4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9AAEE-A242-4CC1-B247-4085413E426C}" type="datetimeFigureOut">
              <a:rPr lang="es-CO" smtClean="0"/>
              <a:t>24/05/2025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9F40D98-61E0-242D-FCDB-B657EE324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58BA038-CD95-7EC0-D50F-66837A146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6074D-3D82-4547-9CB7-6E6F8F113FC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333951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DBFB35-2E1A-5666-BE5D-71E7A21F1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070CA82-E82F-D238-56ED-99B0F6F1C4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6E74731-CDDF-226B-82A3-617E06A70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9AAEE-A242-4CC1-B247-4085413E426C}" type="datetimeFigureOut">
              <a:rPr lang="es-CO" smtClean="0"/>
              <a:t>24/05/2025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57D7B7C-EBFE-01F2-D268-59F6A3D6D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8D19BFE-3248-2B4E-8F2C-44063C9DC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6074D-3D82-4547-9CB7-6E6F8F113FC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40901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526FBEC-5730-1165-B4DB-57BF8FD436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36C1EF8-A08A-13CB-358F-ED9A430339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BD659D9-AC14-B306-6E27-5AC04FE22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9AAEE-A242-4CC1-B247-4085413E426C}" type="datetimeFigureOut">
              <a:rPr lang="es-CO" smtClean="0"/>
              <a:t>24/05/2025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DAD8D1-1921-9DBC-C92C-E95A3152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A973C87-417D-1489-F677-2CF08F8F7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6074D-3D82-4547-9CB7-6E6F8F113FC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583782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F138EA9D-D68A-622A-560C-1BD0D9F29D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3E72893-D844-9FC6-272C-6098AE7D19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26E17C2-2A5F-6CA7-E1DF-574F3F3D29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69AAEE-A242-4CC1-B247-4085413E426C}" type="datetimeFigureOut">
              <a:rPr lang="es-CO" smtClean="0"/>
              <a:t>24/05/2025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CE5D33E-7DFA-D3F5-318D-939906726E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E84B71E-C839-40E8-2258-063E09C3E7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26074D-3D82-4547-9CB7-6E6F8F113FC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47374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1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9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upo 12">
            <a:extLst>
              <a:ext uri="{FF2B5EF4-FFF2-40B4-BE49-F238E27FC236}">
                <a16:creationId xmlns:a16="http://schemas.microsoft.com/office/drawing/2014/main" id="{B0A8EC44-F0F8-451F-0125-7D383DBC7917}"/>
              </a:ext>
            </a:extLst>
          </p:cNvPr>
          <p:cNvGrpSpPr/>
          <p:nvPr/>
        </p:nvGrpSpPr>
        <p:grpSpPr>
          <a:xfrm>
            <a:off x="7295855" y="3749441"/>
            <a:ext cx="2768895" cy="592470"/>
            <a:chOff x="2499583" y="1656159"/>
            <a:chExt cx="2768895" cy="592470"/>
          </a:xfrm>
        </p:grpSpPr>
        <p:grpSp>
          <p:nvGrpSpPr>
            <p:cNvPr id="7" name="Grupo 6">
              <a:extLst>
                <a:ext uri="{FF2B5EF4-FFF2-40B4-BE49-F238E27FC236}">
                  <a16:creationId xmlns:a16="http://schemas.microsoft.com/office/drawing/2014/main" id="{B03B5760-F010-BD6A-728B-C7E33FBA2E50}"/>
                </a:ext>
              </a:extLst>
            </p:cNvPr>
            <p:cNvGrpSpPr/>
            <p:nvPr/>
          </p:nvGrpSpPr>
          <p:grpSpPr>
            <a:xfrm>
              <a:off x="2499583" y="1656159"/>
              <a:ext cx="2768895" cy="592470"/>
              <a:chOff x="2515485" y="1660083"/>
              <a:chExt cx="2768895" cy="592470"/>
            </a:xfrm>
          </p:grpSpPr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A3400C7A-C77B-7B01-A83B-B13CE9D2EE7C}"/>
                  </a:ext>
                </a:extLst>
              </p:cNvPr>
              <p:cNvSpPr txBox="1"/>
              <p:nvPr/>
            </p:nvSpPr>
            <p:spPr>
              <a:xfrm>
                <a:off x="2781300" y="1660083"/>
                <a:ext cx="223726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s-CO" sz="2400" b="1" i="0" dirty="0">
                    <a:solidFill>
                      <a:srgbClr val="333F48"/>
                    </a:solidFill>
                    <a:effectLst>
                      <a:outerShdw blurRad="63500" sx="102000" sy="102000" algn="ctr" rotWithShape="0">
                        <a:prstClr val="black">
                          <a:alpha val="40000"/>
                        </a:prstClr>
                      </a:outerShdw>
                    </a:effectLst>
                    <a:latin typeface="Lato" panose="020F0502020204030203" pitchFamily="34" charset="0"/>
                  </a:rPr>
                  <a:t>Quiero.</a:t>
                </a:r>
              </a:p>
            </p:txBody>
          </p:sp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622FB162-EFEE-B49D-8F14-A6BF4BEBC5C1}"/>
                  </a:ext>
                </a:extLst>
              </p:cNvPr>
              <p:cNvSpPr txBox="1"/>
              <p:nvPr/>
            </p:nvSpPr>
            <p:spPr>
              <a:xfrm>
                <a:off x="2515485" y="1990943"/>
                <a:ext cx="2768895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es-CO"/>
                </a:defPPr>
                <a:lvl1pPr algn="ctr">
                  <a:defRPr sz="2400" b="1" i="0">
                    <a:solidFill>
                      <a:srgbClr val="30333B"/>
                    </a:solidFill>
                    <a:effectLst/>
                    <a:latin typeface="Lato" panose="020F0502020204030203" pitchFamily="34" charset="0"/>
                  </a:defRPr>
                </a:lvl1pPr>
              </a:lstStyle>
              <a:p>
                <a:r>
                  <a:rPr lang="es-CO" sz="1100" dirty="0">
                    <a:solidFill>
                      <a:srgbClr val="333F48"/>
                    </a:solidFill>
                    <a:effectLst>
                      <a:outerShdw blurRad="63500" sx="102000" sy="102000" algn="ctr" rotWithShape="0">
                        <a:prstClr val="black">
                          <a:alpha val="40000"/>
                        </a:prstClr>
                      </a:outerShdw>
                    </a:effectLst>
                  </a:rPr>
                  <a:t>Aportar:</a:t>
                </a:r>
              </a:p>
            </p:txBody>
          </p:sp>
        </p:grpSp>
        <p:pic>
          <p:nvPicPr>
            <p:cNvPr id="12" name="Imagen 11" descr="Logotipo&#10;&#10;El contenido generado por IA puede ser incorrecto.">
              <a:extLst>
                <a:ext uri="{FF2B5EF4-FFF2-40B4-BE49-F238E27FC236}">
                  <a16:creationId xmlns:a16="http://schemas.microsoft.com/office/drawing/2014/main" id="{EAED0457-BCE9-66EC-D003-457E8B39657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357" t="12133" r="18943" b="25852"/>
            <a:stretch/>
          </p:blipFill>
          <p:spPr>
            <a:xfrm>
              <a:off x="3092805" y="1824201"/>
              <a:ext cx="241701" cy="186358"/>
            </a:xfrm>
            <a:prstGeom prst="rect">
              <a:avLst/>
            </a:prstGeom>
          </p:spPr>
        </p:pic>
      </p:grpSp>
      <p:pic>
        <p:nvPicPr>
          <p:cNvPr id="1026" name="Picture 2" descr="Grupo Diana">
            <a:extLst>
              <a:ext uri="{FF2B5EF4-FFF2-40B4-BE49-F238E27FC236}">
                <a16:creationId xmlns:a16="http://schemas.microsoft.com/office/drawing/2014/main" id="{185F274B-4842-D61C-7893-FC3E177A89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0706" y="607061"/>
            <a:ext cx="808426" cy="527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Imagen 13" descr="Logotipo&#10;&#10;El contenido generado por IA puede ser incorrecto.">
            <a:extLst>
              <a:ext uri="{FF2B5EF4-FFF2-40B4-BE49-F238E27FC236}">
                <a16:creationId xmlns:a16="http://schemas.microsoft.com/office/drawing/2014/main" id="{F5E8FFB1-4380-F2E4-CF1C-6B0E950061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357" t="12133" r="18943" b="25852"/>
          <a:stretch/>
        </p:blipFill>
        <p:spPr>
          <a:xfrm>
            <a:off x="2124071" y="3242642"/>
            <a:ext cx="241701" cy="186358"/>
          </a:xfrm>
          <a:prstGeom prst="rect">
            <a:avLst/>
          </a:prstGeom>
        </p:spPr>
      </p:pic>
      <p:grpSp>
        <p:nvGrpSpPr>
          <p:cNvPr id="18" name="Grupo 17">
            <a:extLst>
              <a:ext uri="{FF2B5EF4-FFF2-40B4-BE49-F238E27FC236}">
                <a16:creationId xmlns:a16="http://schemas.microsoft.com/office/drawing/2014/main" id="{1186E665-1C56-C4C9-727D-9B9C3A95FE88}"/>
              </a:ext>
            </a:extLst>
          </p:cNvPr>
          <p:cNvGrpSpPr/>
          <p:nvPr/>
        </p:nvGrpSpPr>
        <p:grpSpPr>
          <a:xfrm>
            <a:off x="3779653" y="859491"/>
            <a:ext cx="322310" cy="333205"/>
            <a:chOff x="3779652" y="859491"/>
            <a:chExt cx="446569" cy="461665"/>
          </a:xfrm>
        </p:grpSpPr>
        <p:sp>
          <p:nvSpPr>
            <p:cNvPr id="17" name="Elipse 16">
              <a:extLst>
                <a:ext uri="{FF2B5EF4-FFF2-40B4-BE49-F238E27FC236}">
                  <a16:creationId xmlns:a16="http://schemas.microsoft.com/office/drawing/2014/main" id="{266FB253-AF8A-DF1D-6E0C-9E634AFA3A1F}"/>
                </a:ext>
              </a:extLst>
            </p:cNvPr>
            <p:cNvSpPr/>
            <p:nvPr/>
          </p:nvSpPr>
          <p:spPr>
            <a:xfrm>
              <a:off x="3779653" y="859491"/>
              <a:ext cx="446568" cy="46166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pic>
          <p:nvPicPr>
            <p:cNvPr id="16" name="Imagen 15" descr="Imagen que contiene Texto&#10;&#10;El contenido generado por IA puede ser incorrecto.">
              <a:extLst>
                <a:ext uri="{FF2B5EF4-FFF2-40B4-BE49-F238E27FC236}">
                  <a16:creationId xmlns:a16="http://schemas.microsoft.com/office/drawing/2014/main" id="{36C60E83-C328-1D3A-C9D1-4A152F79A12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79652" y="965283"/>
              <a:ext cx="446569" cy="250079"/>
            </a:xfrm>
            <a:prstGeom prst="rect">
              <a:avLst/>
            </a:prstGeom>
          </p:spPr>
        </p:pic>
      </p:grpSp>
      <p:grpSp>
        <p:nvGrpSpPr>
          <p:cNvPr id="28" name="Grupo 27">
            <a:extLst>
              <a:ext uri="{FF2B5EF4-FFF2-40B4-BE49-F238E27FC236}">
                <a16:creationId xmlns:a16="http://schemas.microsoft.com/office/drawing/2014/main" id="{996B7BDF-A28B-68C1-870D-BC74DFEE99DF}"/>
              </a:ext>
            </a:extLst>
          </p:cNvPr>
          <p:cNvGrpSpPr/>
          <p:nvPr/>
        </p:nvGrpSpPr>
        <p:grpSpPr>
          <a:xfrm>
            <a:off x="4694025" y="1790352"/>
            <a:ext cx="322309" cy="333205"/>
            <a:chOff x="4694025" y="1790352"/>
            <a:chExt cx="322309" cy="333205"/>
          </a:xfrm>
        </p:grpSpPr>
        <p:sp>
          <p:nvSpPr>
            <p:cNvPr id="21" name="Elipse 20">
              <a:extLst>
                <a:ext uri="{FF2B5EF4-FFF2-40B4-BE49-F238E27FC236}">
                  <a16:creationId xmlns:a16="http://schemas.microsoft.com/office/drawing/2014/main" id="{90C35A3F-9120-76F0-53FE-B88CEAD7A91A}"/>
                </a:ext>
              </a:extLst>
            </p:cNvPr>
            <p:cNvSpPr/>
            <p:nvPr/>
          </p:nvSpPr>
          <p:spPr>
            <a:xfrm>
              <a:off x="4694025" y="1790352"/>
              <a:ext cx="322309" cy="33320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grpSp>
          <p:nvGrpSpPr>
            <p:cNvPr id="23" name="Grupo 22">
              <a:extLst>
                <a:ext uri="{FF2B5EF4-FFF2-40B4-BE49-F238E27FC236}">
                  <a16:creationId xmlns:a16="http://schemas.microsoft.com/office/drawing/2014/main" id="{726C97A0-6801-EB92-CD4F-A51E1378549A}"/>
                </a:ext>
              </a:extLst>
            </p:cNvPr>
            <p:cNvGrpSpPr/>
            <p:nvPr/>
          </p:nvGrpSpPr>
          <p:grpSpPr>
            <a:xfrm>
              <a:off x="4711552" y="1830229"/>
              <a:ext cx="272519" cy="229184"/>
              <a:chOff x="6850941" y="5231364"/>
              <a:chExt cx="989572" cy="832216"/>
            </a:xfrm>
          </p:grpSpPr>
          <p:grpSp>
            <p:nvGrpSpPr>
              <p:cNvPr id="24" name="Grupo 23">
                <a:extLst>
                  <a:ext uri="{FF2B5EF4-FFF2-40B4-BE49-F238E27FC236}">
                    <a16:creationId xmlns:a16="http://schemas.microsoft.com/office/drawing/2014/main" id="{0846AD42-792E-CC45-C97A-2C0DE9C01EAE}"/>
                  </a:ext>
                </a:extLst>
              </p:cNvPr>
              <p:cNvGrpSpPr/>
              <p:nvPr/>
            </p:nvGrpSpPr>
            <p:grpSpPr>
              <a:xfrm>
                <a:off x="7191459" y="5354445"/>
                <a:ext cx="649054" cy="565243"/>
                <a:chOff x="8932083" y="3706456"/>
                <a:chExt cx="1498305" cy="1304833"/>
              </a:xfrm>
            </p:grpSpPr>
            <p:pic>
              <p:nvPicPr>
                <p:cNvPr id="26" name="Imagen 25" descr="Logotipo&#10;&#10;El contenido generado por IA puede ser incorrecto.">
                  <a:extLst>
                    <a:ext uri="{FF2B5EF4-FFF2-40B4-BE49-F238E27FC236}">
                      <a16:creationId xmlns:a16="http://schemas.microsoft.com/office/drawing/2014/main" id="{E5314CA2-8FD2-5275-F80F-34E89CEF389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29681" r="24124" b="23841"/>
                <a:stretch/>
              </p:blipFill>
              <p:spPr>
                <a:xfrm>
                  <a:off x="9085277" y="3706456"/>
                  <a:ext cx="1179233" cy="1015581"/>
                </a:xfrm>
                <a:prstGeom prst="rect">
                  <a:avLst/>
                </a:prstGeom>
              </p:spPr>
            </p:pic>
            <p:pic>
              <p:nvPicPr>
                <p:cNvPr id="27" name="Imagen 26" descr="Logotipo&#10;&#10;El contenido generado por IA puede ser incorrecto.">
                  <a:extLst>
                    <a:ext uri="{FF2B5EF4-FFF2-40B4-BE49-F238E27FC236}">
                      <a16:creationId xmlns:a16="http://schemas.microsoft.com/office/drawing/2014/main" id="{9E791EDC-1603-93D0-B7CD-96D9C0B84C3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17181" t="78309" r="24124"/>
                <a:stretch/>
              </p:blipFill>
              <p:spPr>
                <a:xfrm>
                  <a:off x="8932083" y="4722037"/>
                  <a:ext cx="1498305" cy="289252"/>
                </a:xfrm>
                <a:prstGeom prst="rect">
                  <a:avLst/>
                </a:prstGeom>
              </p:spPr>
            </p:pic>
          </p:grpSp>
          <p:pic>
            <p:nvPicPr>
              <p:cNvPr id="25" name="Imagen 24" descr="Una caricatura de una persona&#10;&#10;El contenido generado por IA puede ser incorrecto.">
                <a:extLst>
                  <a:ext uri="{FF2B5EF4-FFF2-40B4-BE49-F238E27FC236}">
                    <a16:creationId xmlns:a16="http://schemas.microsoft.com/office/drawing/2014/main" id="{386C57B8-B76C-21AA-2C4C-734372CC6D8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3176" r="53367"/>
              <a:stretch/>
            </p:blipFill>
            <p:spPr>
              <a:xfrm>
                <a:off x="6850941" y="5231364"/>
                <a:ext cx="510835" cy="832216"/>
              </a:xfrm>
              <a:prstGeom prst="rect">
                <a:avLst/>
              </a:prstGeom>
            </p:spPr>
          </p:pic>
        </p:grpSp>
      </p:grpSp>
      <p:grpSp>
        <p:nvGrpSpPr>
          <p:cNvPr id="37" name="Grupo 36">
            <a:extLst>
              <a:ext uri="{FF2B5EF4-FFF2-40B4-BE49-F238E27FC236}">
                <a16:creationId xmlns:a16="http://schemas.microsoft.com/office/drawing/2014/main" id="{2AFAE330-E828-AD3A-206B-E569D97A03F4}"/>
              </a:ext>
            </a:extLst>
          </p:cNvPr>
          <p:cNvGrpSpPr/>
          <p:nvPr/>
        </p:nvGrpSpPr>
        <p:grpSpPr>
          <a:xfrm>
            <a:off x="5600164" y="1924701"/>
            <a:ext cx="2768895" cy="592470"/>
            <a:chOff x="5600164" y="1924701"/>
            <a:chExt cx="2768895" cy="592470"/>
          </a:xfrm>
        </p:grpSpPr>
        <p:grpSp>
          <p:nvGrpSpPr>
            <p:cNvPr id="29" name="Grupo 28">
              <a:extLst>
                <a:ext uri="{FF2B5EF4-FFF2-40B4-BE49-F238E27FC236}">
                  <a16:creationId xmlns:a16="http://schemas.microsoft.com/office/drawing/2014/main" id="{7F2DDF1B-BB9B-7F0A-FB5A-8E3A966F9891}"/>
                </a:ext>
              </a:extLst>
            </p:cNvPr>
            <p:cNvGrpSpPr/>
            <p:nvPr/>
          </p:nvGrpSpPr>
          <p:grpSpPr>
            <a:xfrm>
              <a:off x="6223401" y="2090080"/>
              <a:ext cx="236687" cy="206124"/>
              <a:chOff x="8932083" y="3706456"/>
              <a:chExt cx="1498305" cy="1304833"/>
            </a:xfrm>
          </p:grpSpPr>
          <p:pic>
            <p:nvPicPr>
              <p:cNvPr id="30" name="Imagen 29" descr="Logotipo&#10;&#10;El contenido generado por IA puede ser incorrecto.">
                <a:extLst>
                  <a:ext uri="{FF2B5EF4-FFF2-40B4-BE49-F238E27FC236}">
                    <a16:creationId xmlns:a16="http://schemas.microsoft.com/office/drawing/2014/main" id="{36F430DB-78CD-6F66-3982-33FC80864DA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9681" r="24124" b="23841"/>
              <a:stretch/>
            </p:blipFill>
            <p:spPr>
              <a:xfrm>
                <a:off x="9085277" y="3706456"/>
                <a:ext cx="1179233" cy="1015581"/>
              </a:xfrm>
              <a:prstGeom prst="rect">
                <a:avLst/>
              </a:prstGeom>
            </p:spPr>
          </p:pic>
          <p:pic>
            <p:nvPicPr>
              <p:cNvPr id="31" name="Imagen 30" descr="Logotipo&#10;&#10;El contenido generado por IA puede ser incorrecto.">
                <a:extLst>
                  <a:ext uri="{FF2B5EF4-FFF2-40B4-BE49-F238E27FC236}">
                    <a16:creationId xmlns:a16="http://schemas.microsoft.com/office/drawing/2014/main" id="{ABCB5CF1-BD26-B7FA-8CE5-AF8F920B055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7181" t="78309" r="24124"/>
              <a:stretch/>
            </p:blipFill>
            <p:spPr>
              <a:xfrm>
                <a:off x="8932083" y="4722037"/>
                <a:ext cx="1498305" cy="289252"/>
              </a:xfrm>
              <a:prstGeom prst="rect">
                <a:avLst/>
              </a:prstGeom>
            </p:spPr>
          </p:pic>
        </p:grpSp>
        <p:grpSp>
          <p:nvGrpSpPr>
            <p:cNvPr id="33" name="Grupo 32">
              <a:extLst>
                <a:ext uri="{FF2B5EF4-FFF2-40B4-BE49-F238E27FC236}">
                  <a16:creationId xmlns:a16="http://schemas.microsoft.com/office/drawing/2014/main" id="{7F7C3AC9-56E0-1A16-5861-C417AC17AB68}"/>
                </a:ext>
              </a:extLst>
            </p:cNvPr>
            <p:cNvGrpSpPr/>
            <p:nvPr/>
          </p:nvGrpSpPr>
          <p:grpSpPr>
            <a:xfrm>
              <a:off x="5600164" y="1924701"/>
              <a:ext cx="2768895" cy="592470"/>
              <a:chOff x="2515485" y="1660083"/>
              <a:chExt cx="2768895" cy="592470"/>
            </a:xfrm>
          </p:grpSpPr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A9310511-CEA1-49C2-1FA2-6EAE12C342A8}"/>
                  </a:ext>
                </a:extLst>
              </p:cNvPr>
              <p:cNvSpPr txBox="1"/>
              <p:nvPr/>
            </p:nvSpPr>
            <p:spPr>
              <a:xfrm>
                <a:off x="2781300" y="1660083"/>
                <a:ext cx="223726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s-CO" sz="2400" b="1" i="0" dirty="0">
                    <a:solidFill>
                      <a:srgbClr val="333F48"/>
                    </a:solidFill>
                    <a:effectLst>
                      <a:outerShdw blurRad="63500" sx="102000" sy="102000" algn="ctr" rotWithShape="0">
                        <a:prstClr val="black">
                          <a:alpha val="40000"/>
                        </a:prstClr>
                      </a:outerShdw>
                    </a:effectLst>
                    <a:latin typeface="Lato" panose="020F0502020204030203" pitchFamily="34" charset="0"/>
                  </a:rPr>
                  <a:t>Quiero.</a:t>
                </a:r>
              </a:p>
            </p:txBody>
          </p:sp>
          <p:sp>
            <p:nvSpPr>
              <p:cNvPr id="36" name="CuadroTexto 35">
                <a:extLst>
                  <a:ext uri="{FF2B5EF4-FFF2-40B4-BE49-F238E27FC236}">
                    <a16:creationId xmlns:a16="http://schemas.microsoft.com/office/drawing/2014/main" id="{2B3612AA-164B-4F67-88A9-65A6DE06F3A7}"/>
                  </a:ext>
                </a:extLst>
              </p:cNvPr>
              <p:cNvSpPr txBox="1"/>
              <p:nvPr/>
            </p:nvSpPr>
            <p:spPr>
              <a:xfrm>
                <a:off x="2515485" y="1990943"/>
                <a:ext cx="2768895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es-CO"/>
                </a:defPPr>
                <a:lvl1pPr algn="ctr">
                  <a:defRPr sz="2400" b="1" i="0">
                    <a:solidFill>
                      <a:srgbClr val="30333B"/>
                    </a:solidFill>
                    <a:effectLst/>
                    <a:latin typeface="Lato" panose="020F0502020204030203" pitchFamily="34" charset="0"/>
                  </a:defRPr>
                </a:lvl1pPr>
              </a:lstStyle>
              <a:p>
                <a:r>
                  <a:rPr lang="es-CO" sz="1100" dirty="0">
                    <a:solidFill>
                      <a:srgbClr val="333F48"/>
                    </a:solidFill>
                    <a:effectLst>
                      <a:outerShdw blurRad="63500" sx="102000" sy="102000" algn="ctr" rotWithShape="0">
                        <a:prstClr val="black">
                          <a:alpha val="40000"/>
                        </a:prstClr>
                      </a:outerShdw>
                    </a:effectLst>
                  </a:rPr>
                  <a:t>Aportar:</a:t>
                </a:r>
              </a:p>
            </p:txBody>
          </p:sp>
        </p:grpSp>
      </p:grpSp>
      <p:grpSp>
        <p:nvGrpSpPr>
          <p:cNvPr id="34" name="Grupo 33">
            <a:extLst>
              <a:ext uri="{FF2B5EF4-FFF2-40B4-BE49-F238E27FC236}">
                <a16:creationId xmlns:a16="http://schemas.microsoft.com/office/drawing/2014/main" id="{BF603040-D9F1-5FD0-EFDE-CAD0CB3535F4}"/>
              </a:ext>
            </a:extLst>
          </p:cNvPr>
          <p:cNvGrpSpPr/>
          <p:nvPr/>
        </p:nvGrpSpPr>
        <p:grpSpPr>
          <a:xfrm>
            <a:off x="5075640" y="3807606"/>
            <a:ext cx="2768895" cy="592470"/>
            <a:chOff x="7598590" y="4672771"/>
            <a:chExt cx="2768895" cy="592470"/>
          </a:xfrm>
        </p:grpSpPr>
        <p:pic>
          <p:nvPicPr>
            <p:cNvPr id="2" name="Picture 2" descr="Solvo | International Remote Workforce Solution | PrismHR Marketplace">
              <a:extLst>
                <a:ext uri="{FF2B5EF4-FFF2-40B4-BE49-F238E27FC236}">
                  <a16:creationId xmlns:a16="http://schemas.microsoft.com/office/drawing/2014/main" id="{A91534C3-D561-6AFE-678A-6F96530F6D6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9255" b="-10368"/>
            <a:stretch/>
          </p:blipFill>
          <p:spPr bwMode="auto">
            <a:xfrm>
              <a:off x="8254164" y="4872826"/>
              <a:ext cx="229790" cy="26161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8" name="Grupo 7">
              <a:extLst>
                <a:ext uri="{FF2B5EF4-FFF2-40B4-BE49-F238E27FC236}">
                  <a16:creationId xmlns:a16="http://schemas.microsoft.com/office/drawing/2014/main" id="{3AFA894B-3474-55A8-BD85-89DBDE6B4F22}"/>
                </a:ext>
              </a:extLst>
            </p:cNvPr>
            <p:cNvGrpSpPr/>
            <p:nvPr/>
          </p:nvGrpSpPr>
          <p:grpSpPr>
            <a:xfrm>
              <a:off x="7598590" y="4672771"/>
              <a:ext cx="2768895" cy="592470"/>
              <a:chOff x="2515485" y="1660083"/>
              <a:chExt cx="2768895" cy="592470"/>
            </a:xfrm>
          </p:grpSpPr>
          <p:sp>
            <p:nvSpPr>
              <p:cNvPr id="22" name="CuadroTexto 21">
                <a:extLst>
                  <a:ext uri="{FF2B5EF4-FFF2-40B4-BE49-F238E27FC236}">
                    <a16:creationId xmlns:a16="http://schemas.microsoft.com/office/drawing/2014/main" id="{108D7151-D7E8-9063-D822-96CEC3F491CD}"/>
                  </a:ext>
                </a:extLst>
              </p:cNvPr>
              <p:cNvSpPr txBox="1"/>
              <p:nvPr/>
            </p:nvSpPr>
            <p:spPr>
              <a:xfrm>
                <a:off x="2781300" y="1660083"/>
                <a:ext cx="223726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s-CO" sz="2400" b="1" i="0" dirty="0">
                    <a:solidFill>
                      <a:srgbClr val="555A60"/>
                    </a:solidFill>
                    <a:effectLst>
                      <a:outerShdw blurRad="63500" sx="102000" sy="102000" algn="ctr" rotWithShape="0">
                        <a:prstClr val="black">
                          <a:alpha val="40000"/>
                        </a:prstClr>
                      </a:outerShdw>
                    </a:effectLst>
                    <a:latin typeface="Lato" panose="020F0502020204030203" pitchFamily="34" charset="0"/>
                  </a:rPr>
                  <a:t>Quiero.</a:t>
                </a:r>
              </a:p>
            </p:txBody>
          </p:sp>
          <p:sp>
            <p:nvSpPr>
              <p:cNvPr id="32" name="CuadroTexto 31">
                <a:extLst>
                  <a:ext uri="{FF2B5EF4-FFF2-40B4-BE49-F238E27FC236}">
                    <a16:creationId xmlns:a16="http://schemas.microsoft.com/office/drawing/2014/main" id="{4711621A-354B-4173-AE7B-E22CB1FB951C}"/>
                  </a:ext>
                </a:extLst>
              </p:cNvPr>
              <p:cNvSpPr txBox="1"/>
              <p:nvPr/>
            </p:nvSpPr>
            <p:spPr>
              <a:xfrm>
                <a:off x="2515485" y="1990943"/>
                <a:ext cx="2768895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es-CO"/>
                </a:defPPr>
                <a:lvl1pPr algn="ctr">
                  <a:defRPr sz="2400" b="1" i="0">
                    <a:solidFill>
                      <a:srgbClr val="30333B"/>
                    </a:solidFill>
                    <a:effectLst/>
                    <a:latin typeface="Lato" panose="020F0502020204030203" pitchFamily="34" charset="0"/>
                  </a:defRPr>
                </a:lvl1pPr>
              </a:lstStyle>
              <a:p>
                <a:r>
                  <a:rPr lang="es-CO" sz="1100" dirty="0">
                    <a:solidFill>
                      <a:srgbClr val="555A60"/>
                    </a:solidFill>
                    <a:effectLst>
                      <a:outerShdw blurRad="63500" sx="102000" sy="102000" algn="ctr" rotWithShape="0">
                        <a:prstClr val="black">
                          <a:alpha val="40000"/>
                        </a:prstClr>
                      </a:outerShdw>
                    </a:effectLst>
                  </a:rPr>
                  <a:t>Aportar:</a:t>
                </a:r>
              </a:p>
            </p:txBody>
          </p:sp>
        </p:grpSp>
      </p:grpSp>
      <p:sp>
        <p:nvSpPr>
          <p:cNvPr id="38" name="Rectángulo 37">
            <a:extLst>
              <a:ext uri="{FF2B5EF4-FFF2-40B4-BE49-F238E27FC236}">
                <a16:creationId xmlns:a16="http://schemas.microsoft.com/office/drawing/2014/main" id="{5E62706A-FBB9-B8F3-C935-C574A2BF1012}"/>
              </a:ext>
            </a:extLst>
          </p:cNvPr>
          <p:cNvSpPr/>
          <p:nvPr/>
        </p:nvSpPr>
        <p:spPr>
          <a:xfrm>
            <a:off x="3180427" y="2227360"/>
            <a:ext cx="1110948" cy="628822"/>
          </a:xfrm>
          <a:prstGeom prst="rect">
            <a:avLst/>
          </a:prstGeom>
          <a:solidFill>
            <a:srgbClr val="555A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grpSp>
        <p:nvGrpSpPr>
          <p:cNvPr id="48" name="Grupo 47">
            <a:extLst>
              <a:ext uri="{FF2B5EF4-FFF2-40B4-BE49-F238E27FC236}">
                <a16:creationId xmlns:a16="http://schemas.microsoft.com/office/drawing/2014/main" id="{1D101180-4592-2016-0426-6D3B164AF4F6}"/>
              </a:ext>
            </a:extLst>
          </p:cNvPr>
          <p:cNvGrpSpPr/>
          <p:nvPr/>
        </p:nvGrpSpPr>
        <p:grpSpPr>
          <a:xfrm>
            <a:off x="4666659" y="3936066"/>
            <a:ext cx="322309" cy="333205"/>
            <a:chOff x="4666659" y="3936066"/>
            <a:chExt cx="322309" cy="333205"/>
          </a:xfrm>
        </p:grpSpPr>
        <p:sp>
          <p:nvSpPr>
            <p:cNvPr id="41" name="Elipse 40">
              <a:extLst>
                <a:ext uri="{FF2B5EF4-FFF2-40B4-BE49-F238E27FC236}">
                  <a16:creationId xmlns:a16="http://schemas.microsoft.com/office/drawing/2014/main" id="{ED98AB94-1F93-545E-1FDD-1FCA9AB61EE2}"/>
                </a:ext>
              </a:extLst>
            </p:cNvPr>
            <p:cNvSpPr/>
            <p:nvPr/>
          </p:nvSpPr>
          <p:spPr>
            <a:xfrm>
              <a:off x="4666659" y="3936066"/>
              <a:ext cx="322309" cy="33320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pic>
          <p:nvPicPr>
            <p:cNvPr id="47" name="Picture 2" descr="Solvo | International Remote Workforce Solution | PrismHR Marketplace">
              <a:extLst>
                <a:ext uri="{FF2B5EF4-FFF2-40B4-BE49-F238E27FC236}">
                  <a16:creationId xmlns:a16="http://schemas.microsoft.com/office/drawing/2014/main" id="{6531A805-FB05-F1F2-723B-BF8C4A727FA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8895"/>
            <a:stretch/>
          </p:blipFill>
          <p:spPr bwMode="auto">
            <a:xfrm>
              <a:off x="4751155" y="4007661"/>
              <a:ext cx="169308" cy="17262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0146372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ángulo 11">
            <a:extLst>
              <a:ext uri="{FF2B5EF4-FFF2-40B4-BE49-F238E27FC236}">
                <a16:creationId xmlns:a16="http://schemas.microsoft.com/office/drawing/2014/main" id="{B0617BCC-AA60-E231-CBF5-5E410880ABE3}"/>
              </a:ext>
            </a:extLst>
          </p:cNvPr>
          <p:cNvSpPr/>
          <p:nvPr/>
        </p:nvSpPr>
        <p:spPr>
          <a:xfrm>
            <a:off x="6149709" y="319328"/>
            <a:ext cx="6023907" cy="5613386"/>
          </a:xfrm>
          <a:prstGeom prst="rect">
            <a:avLst/>
          </a:prstGeom>
          <a:solidFill>
            <a:srgbClr val="00BED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E14E9CCA-676D-ACFB-150A-F26A69BE01E1}"/>
              </a:ext>
            </a:extLst>
          </p:cNvPr>
          <p:cNvSpPr/>
          <p:nvPr/>
        </p:nvSpPr>
        <p:spPr>
          <a:xfrm>
            <a:off x="1920854" y="2227360"/>
            <a:ext cx="1110948" cy="628822"/>
          </a:xfrm>
          <a:prstGeom prst="rect">
            <a:avLst/>
          </a:prstGeom>
          <a:solidFill>
            <a:srgbClr val="EB772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493B3803-7F0D-9089-D58A-B0778ABE143B}"/>
              </a:ext>
            </a:extLst>
          </p:cNvPr>
          <p:cNvSpPr/>
          <p:nvPr/>
        </p:nvSpPr>
        <p:spPr>
          <a:xfrm>
            <a:off x="671356" y="2227360"/>
            <a:ext cx="1110948" cy="628822"/>
          </a:xfrm>
          <a:prstGeom prst="rect">
            <a:avLst/>
          </a:prstGeom>
          <a:solidFill>
            <a:srgbClr val="00BED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8A55DD40-9F21-46FA-99D7-E06679EC5536}"/>
              </a:ext>
            </a:extLst>
          </p:cNvPr>
          <p:cNvSpPr/>
          <p:nvPr/>
        </p:nvSpPr>
        <p:spPr>
          <a:xfrm>
            <a:off x="3180427" y="2227360"/>
            <a:ext cx="1110948" cy="628822"/>
          </a:xfrm>
          <a:prstGeom prst="rect">
            <a:avLst/>
          </a:prstGeom>
          <a:solidFill>
            <a:srgbClr val="555A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3" name="Imagen 2" descr="Texto&#10;&#10;El contenido generado por IA puede ser incorrecto.">
            <a:extLst>
              <a:ext uri="{FF2B5EF4-FFF2-40B4-BE49-F238E27FC236}">
                <a16:creationId xmlns:a16="http://schemas.microsoft.com/office/drawing/2014/main" id="{9B0D47A3-FE45-45FE-5D98-B629E8E5F8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6792"/>
          <a:stretch/>
        </p:blipFill>
        <p:spPr>
          <a:xfrm>
            <a:off x="436343" y="3215395"/>
            <a:ext cx="3715077" cy="4278099"/>
          </a:xfrm>
          <a:prstGeom prst="rect">
            <a:avLst/>
          </a:prstGeom>
        </p:spPr>
      </p:pic>
      <p:pic>
        <p:nvPicPr>
          <p:cNvPr id="5" name="Imagen 4" descr="Diagrama&#10;&#10;El contenido generado por IA puede ser incorrecto.">
            <a:extLst>
              <a:ext uri="{FF2B5EF4-FFF2-40B4-BE49-F238E27FC236}">
                <a16:creationId xmlns:a16="http://schemas.microsoft.com/office/drawing/2014/main" id="{A78DF555-339E-AE77-6BAD-4729F4BC44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6152" y="3576032"/>
            <a:ext cx="1921839" cy="4159343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34946B3E-ED7B-0824-7951-6E304942D56C}"/>
              </a:ext>
            </a:extLst>
          </p:cNvPr>
          <p:cNvSpPr txBox="1"/>
          <p:nvPr/>
        </p:nvSpPr>
        <p:spPr>
          <a:xfrm>
            <a:off x="1930929" y="2302301"/>
            <a:ext cx="11034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/>
              <a:t>#EB7723</a:t>
            </a:r>
          </a:p>
        </p:txBody>
      </p:sp>
      <p:pic>
        <p:nvPicPr>
          <p:cNvPr id="1026" name="Picture 2" descr="Solvo | International Remote Workforce Solution | PrismHR Marketplace">
            <a:extLst>
              <a:ext uri="{FF2B5EF4-FFF2-40B4-BE49-F238E27FC236}">
                <a16:creationId xmlns:a16="http://schemas.microsoft.com/office/drawing/2014/main" id="{FA2B8D8C-8244-2A81-0F11-ABCF7DE0F5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9154" y="3908010"/>
            <a:ext cx="3333750" cy="1057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236A52A0-F29B-9B36-F26C-B28CA9DBD24A}"/>
              </a:ext>
            </a:extLst>
          </p:cNvPr>
          <p:cNvSpPr txBox="1"/>
          <p:nvPr/>
        </p:nvSpPr>
        <p:spPr>
          <a:xfrm>
            <a:off x="726039" y="2310183"/>
            <a:ext cx="11109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/>
              <a:t>#00BED6</a:t>
            </a:r>
          </a:p>
        </p:txBody>
      </p:sp>
      <p:pic>
        <p:nvPicPr>
          <p:cNvPr id="11" name="Imagen 10" descr="Una caricatura de una persona&#10;&#10;El contenido generado por IA puede ser incorrecto.">
            <a:extLst>
              <a:ext uri="{FF2B5EF4-FFF2-40B4-BE49-F238E27FC236}">
                <a16:creationId xmlns:a16="http://schemas.microsoft.com/office/drawing/2014/main" id="{6D33B0F9-32BC-CADF-EA12-34E2A038EE5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1715" y="319328"/>
            <a:ext cx="5203818" cy="3269704"/>
          </a:xfrm>
          <a:prstGeom prst="rect">
            <a:avLst/>
          </a:prstGeom>
        </p:spPr>
      </p:pic>
      <p:sp>
        <p:nvSpPr>
          <p:cNvPr id="13" name="Rectángulo 12">
            <a:extLst>
              <a:ext uri="{FF2B5EF4-FFF2-40B4-BE49-F238E27FC236}">
                <a16:creationId xmlns:a16="http://schemas.microsoft.com/office/drawing/2014/main" id="{2436D7D9-1418-25B8-D18A-D2CD9DFDBC84}"/>
              </a:ext>
            </a:extLst>
          </p:cNvPr>
          <p:cNvSpPr/>
          <p:nvPr/>
        </p:nvSpPr>
        <p:spPr>
          <a:xfrm>
            <a:off x="4474239" y="2235612"/>
            <a:ext cx="1110948" cy="628822"/>
          </a:xfrm>
          <a:prstGeom prst="rect">
            <a:avLst/>
          </a:prstGeom>
          <a:solidFill>
            <a:srgbClr val="1773C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991E5D9F-BE8E-64C4-0FAB-9D7709DD0754}"/>
              </a:ext>
            </a:extLst>
          </p:cNvPr>
          <p:cNvSpPr txBox="1"/>
          <p:nvPr/>
        </p:nvSpPr>
        <p:spPr>
          <a:xfrm rot="10800000" flipV="1">
            <a:off x="4495844" y="2357105"/>
            <a:ext cx="12433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/>
              <a:t>#1773C4</a:t>
            </a:r>
          </a:p>
        </p:txBody>
      </p:sp>
    </p:spTree>
    <p:extLst>
      <p:ext uri="{BB962C8B-B14F-4D97-AF65-F5344CB8AC3E}">
        <p14:creationId xmlns:p14="http://schemas.microsoft.com/office/powerpoint/2010/main" val="4426312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6EEE67-76D6-BD0F-B494-578367B866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ángulo 15">
            <a:extLst>
              <a:ext uri="{FF2B5EF4-FFF2-40B4-BE49-F238E27FC236}">
                <a16:creationId xmlns:a16="http://schemas.microsoft.com/office/drawing/2014/main" id="{BA2600EF-DD88-9B6B-CF48-530AB01F1FBB}"/>
              </a:ext>
            </a:extLst>
          </p:cNvPr>
          <p:cNvSpPr/>
          <p:nvPr/>
        </p:nvSpPr>
        <p:spPr>
          <a:xfrm>
            <a:off x="1818168" y="740138"/>
            <a:ext cx="8038214" cy="5958374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grpSp>
        <p:nvGrpSpPr>
          <p:cNvPr id="11" name="Grupo 10">
            <a:extLst>
              <a:ext uri="{FF2B5EF4-FFF2-40B4-BE49-F238E27FC236}">
                <a16:creationId xmlns:a16="http://schemas.microsoft.com/office/drawing/2014/main" id="{D5BD736F-EBD6-C8E3-D0C4-477F76C2D7CB}"/>
              </a:ext>
            </a:extLst>
          </p:cNvPr>
          <p:cNvGrpSpPr/>
          <p:nvPr/>
        </p:nvGrpSpPr>
        <p:grpSpPr>
          <a:xfrm>
            <a:off x="-86266" y="2891238"/>
            <a:ext cx="1576984" cy="2718611"/>
            <a:chOff x="10349389" y="2546655"/>
            <a:chExt cx="1576984" cy="2718611"/>
          </a:xfrm>
        </p:grpSpPr>
        <p:pic>
          <p:nvPicPr>
            <p:cNvPr id="12" name="Imagen 11" descr="Una caricatura de una mujer&#10;&#10;El contenido generado por IA puede ser incorrecto.">
              <a:extLst>
                <a:ext uri="{FF2B5EF4-FFF2-40B4-BE49-F238E27FC236}">
                  <a16:creationId xmlns:a16="http://schemas.microsoft.com/office/drawing/2014/main" id="{138E93DE-917D-E1C2-664D-CACA9BB75EF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2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8227"/>
            <a:stretch>
              <a:fillRect/>
            </a:stretch>
          </p:blipFill>
          <p:spPr>
            <a:xfrm>
              <a:off x="10349389" y="3557015"/>
              <a:ext cx="1576984" cy="1708251"/>
            </a:xfrm>
            <a:prstGeom prst="rect">
              <a:avLst/>
            </a:prstGeom>
          </p:spPr>
        </p:pic>
        <p:pic>
          <p:nvPicPr>
            <p:cNvPr id="13" name="Imagen 12" descr="Imagen que contiene Texto&#10;&#10;El contenido generado por IA puede ser incorrecto.">
              <a:extLst>
                <a:ext uri="{FF2B5EF4-FFF2-40B4-BE49-F238E27FC236}">
                  <a16:creationId xmlns:a16="http://schemas.microsoft.com/office/drawing/2014/main" id="{0B401E65-A055-7CAE-A17E-E4ED49E8C78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4877" r="9901" b="75124"/>
            <a:stretch>
              <a:fillRect/>
            </a:stretch>
          </p:blipFill>
          <p:spPr>
            <a:xfrm rot="21195500" flipH="1">
              <a:off x="10366583" y="2546655"/>
              <a:ext cx="879449" cy="1338783"/>
            </a:xfrm>
            <a:prstGeom prst="rect">
              <a:avLst/>
            </a:prstGeom>
          </p:spPr>
        </p:pic>
      </p:grpSp>
      <p:pic>
        <p:nvPicPr>
          <p:cNvPr id="17" name="Imagen 16" descr="Una caricatura de una persona&#10;&#10;El contenido generado por IA puede ser incorrecto.">
            <a:extLst>
              <a:ext uri="{FF2B5EF4-FFF2-40B4-BE49-F238E27FC236}">
                <a16:creationId xmlns:a16="http://schemas.microsoft.com/office/drawing/2014/main" id="{0EA719F1-23C8-2A61-C173-6D037BDA739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4091" y="1159739"/>
            <a:ext cx="5203818" cy="3269704"/>
          </a:xfrm>
          <a:prstGeom prst="rect">
            <a:avLst/>
          </a:prstGeom>
        </p:spPr>
      </p:pic>
      <p:pic>
        <p:nvPicPr>
          <p:cNvPr id="18" name="Imagen 17" descr="Logotipo&#10;&#10;El contenido generado por IA puede ser incorrecto.">
            <a:extLst>
              <a:ext uri="{FF2B5EF4-FFF2-40B4-BE49-F238E27FC236}">
                <a16:creationId xmlns:a16="http://schemas.microsoft.com/office/drawing/2014/main" id="{3DCF9280-80BC-2FE4-6872-26A85D0DEEB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181" r="24124"/>
          <a:stretch/>
        </p:blipFill>
        <p:spPr>
          <a:xfrm>
            <a:off x="5268558" y="4679319"/>
            <a:ext cx="1498305" cy="1333500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5EBF04DD-470F-99C4-F60D-C9ED5E85CB0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38949" y="5840532"/>
            <a:ext cx="1992664" cy="554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524638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18</Words>
  <Application>Microsoft Office PowerPoint</Application>
  <PresentationFormat>Panorámica</PresentationFormat>
  <Paragraphs>9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Lato</vt:lpstr>
      <vt:lpstr>Tema de Office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Valentina Castaneda</dc:creator>
  <cp:lastModifiedBy>Valentina Castaneda</cp:lastModifiedBy>
  <cp:revision>22</cp:revision>
  <dcterms:created xsi:type="dcterms:W3CDTF">2025-05-18T22:10:09Z</dcterms:created>
  <dcterms:modified xsi:type="dcterms:W3CDTF">2025-05-24T14:28:04Z</dcterms:modified>
</cp:coreProperties>
</file>